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9144000"/>
  <p:embeddedFontLst>
    <p:embeddedFont>
      <p:font typeface="Century Gothic"/>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go9fF3v8dcYzb03I3ftjpucIcS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CenturyGothic-bold.fntdata"/><Relationship Id="rId21" Type="http://schemas.openxmlformats.org/officeDocument/2006/relationships/font" Target="fonts/CenturyGothic-regular.fntdata"/><Relationship Id="rId24" Type="http://schemas.openxmlformats.org/officeDocument/2006/relationships/font" Target="fonts/CenturyGothic-boldItalic.fntdata"/><Relationship Id="rId23" Type="http://schemas.openxmlformats.org/officeDocument/2006/relationships/font" Target="fonts/CenturyGothic-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 name="Google Shape;13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0" name="Google Shape;16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233f607d4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g2233f607d4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5" name="Shape 15"/>
        <p:cNvGrpSpPr/>
        <p:nvPr/>
      </p:nvGrpSpPr>
      <p:grpSpPr>
        <a:xfrm>
          <a:off x="0" y="0"/>
          <a:ext cx="0" cy="0"/>
          <a:chOff x="0" y="0"/>
          <a:chExt cx="0" cy="0"/>
        </a:xfrm>
      </p:grpSpPr>
      <p:sp>
        <p:nvSpPr>
          <p:cNvPr id="16" name="Google Shape;16;p17"/>
          <p:cNvSpPr/>
          <p:nvPr/>
        </p:nvSpPr>
        <p:spPr>
          <a:xfrm>
            <a:off x="0" y="-3175"/>
            <a:ext cx="12192000" cy="5203825"/>
          </a:xfrm>
          <a:custGeom>
            <a:rect b="b" l="l" r="r" t="t"/>
            <a:pathLst>
              <a:path extrusionOk="0" h="3278" w="5760">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blipFill rotWithShape="1">
            <a:blip r:embed="rId2">
              <a:alphaModFix/>
            </a:blip>
            <a:tile algn="tl" flip="none" tx="0" sx="100000" ty="0" sy="100000"/>
          </a:blipFill>
          <a:ln cap="rnd" cmpd="sng" w="9525">
            <a:solidFill>
              <a:schemeClr val="accent1"/>
            </a:solidFill>
            <a:prstDash val="solid"/>
            <a:round/>
            <a:headEnd len="sm" w="sm" type="none"/>
            <a:tailEnd len="sm" w="sm" type="none"/>
          </a:ln>
        </p:spPr>
      </p:sp>
      <p:sp>
        <p:nvSpPr>
          <p:cNvPr id="17" name="Google Shape;17;p17"/>
          <p:cNvSpPr txBox="1"/>
          <p:nvPr>
            <p:ph type="ctrTitle"/>
          </p:nvPr>
        </p:nvSpPr>
        <p:spPr>
          <a:xfrm>
            <a:off x="810001" y="1449147"/>
            <a:ext cx="10572000" cy="2971051"/>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lvl1pPr lvl="0" algn="l">
              <a:lnSpc>
                <a:spcPct val="100000"/>
              </a:lnSpc>
              <a:spcBef>
                <a:spcPts val="0"/>
              </a:spcBef>
              <a:spcAft>
                <a:spcPts val="0"/>
              </a:spcAft>
              <a:buClr>
                <a:srgbClr val="FEFEFE"/>
              </a:buClr>
              <a:buSzPts val="5400"/>
              <a:buFont typeface="Century Gothic"/>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7"/>
          <p:cNvSpPr txBox="1"/>
          <p:nvPr>
            <p:ph idx="1" type="subTitle"/>
          </p:nvPr>
        </p:nvSpPr>
        <p:spPr>
          <a:xfrm>
            <a:off x="810001" y="5280847"/>
            <a:ext cx="10572000" cy="434974"/>
          </a:xfrm>
          <a:prstGeom prst="rect">
            <a:avLst/>
          </a:prstGeom>
          <a:noFill/>
          <a:ln>
            <a:noFill/>
          </a:ln>
          <a:effectLst>
            <a:outerShdw blurRad="50800">
              <a:srgbClr val="000000">
                <a:alpha val="40000"/>
              </a:srgbClr>
            </a:outerShdw>
          </a:effectLst>
        </p:spPr>
        <p:txBody>
          <a:bodyPr anchorCtr="0" anchor="t" bIns="45700" lIns="91425" spcFirstLastPara="1" rIns="91425" wrap="square" tIns="45700">
            <a:normAutofit/>
          </a:bodyPr>
          <a:lstStyle>
            <a:lvl1pPr lvl="0" algn="l">
              <a:lnSpc>
                <a:spcPct val="100000"/>
              </a:lnSpc>
              <a:spcBef>
                <a:spcPts val="360"/>
              </a:spcBef>
              <a:spcAft>
                <a:spcPts val="0"/>
              </a:spcAft>
              <a:buSzPts val="1800"/>
              <a:buNone/>
              <a:defRPr>
                <a:solidFill>
                  <a:schemeClr val="lt1"/>
                </a:solidFill>
              </a:defRPr>
            </a:lvl1pPr>
            <a:lvl2pPr lvl="1" algn="ctr">
              <a:lnSpc>
                <a:spcPct val="100000"/>
              </a:lnSpc>
              <a:spcBef>
                <a:spcPts val="600"/>
              </a:spcBef>
              <a:spcAft>
                <a:spcPts val="0"/>
              </a:spcAft>
              <a:buSzPts val="1600"/>
              <a:buNone/>
              <a:defRPr>
                <a:solidFill>
                  <a:schemeClr val="lt1"/>
                </a:solidFill>
              </a:defRPr>
            </a:lvl2pPr>
            <a:lvl3pPr lvl="2" algn="ctr">
              <a:lnSpc>
                <a:spcPct val="100000"/>
              </a:lnSpc>
              <a:spcBef>
                <a:spcPts val="600"/>
              </a:spcBef>
              <a:spcAft>
                <a:spcPts val="0"/>
              </a:spcAft>
              <a:buSzPts val="1400"/>
              <a:buNone/>
              <a:defRPr>
                <a:solidFill>
                  <a:schemeClr val="lt1"/>
                </a:solidFill>
              </a:defRPr>
            </a:lvl3pPr>
            <a:lvl4pPr lvl="3" algn="ctr">
              <a:lnSpc>
                <a:spcPct val="100000"/>
              </a:lnSpc>
              <a:spcBef>
                <a:spcPts val="600"/>
              </a:spcBef>
              <a:spcAft>
                <a:spcPts val="0"/>
              </a:spcAft>
              <a:buSzPts val="1200"/>
              <a:buNone/>
              <a:defRPr>
                <a:solidFill>
                  <a:schemeClr val="lt1"/>
                </a:solidFill>
              </a:defRPr>
            </a:lvl4pPr>
            <a:lvl5pPr lvl="4" algn="ctr">
              <a:lnSpc>
                <a:spcPct val="100000"/>
              </a:lnSpc>
              <a:spcBef>
                <a:spcPts val="600"/>
              </a:spcBef>
              <a:spcAft>
                <a:spcPts val="0"/>
              </a:spcAft>
              <a:buSzPts val="1200"/>
              <a:buNone/>
              <a:defRPr>
                <a:solidFill>
                  <a:schemeClr val="lt1"/>
                </a:solidFill>
              </a:defRPr>
            </a:lvl5pPr>
            <a:lvl6pPr lvl="5" algn="ctr">
              <a:lnSpc>
                <a:spcPct val="100000"/>
              </a:lnSpc>
              <a:spcBef>
                <a:spcPts val="600"/>
              </a:spcBef>
              <a:spcAft>
                <a:spcPts val="0"/>
              </a:spcAft>
              <a:buSzPts val="1200"/>
              <a:buNone/>
              <a:defRPr>
                <a:solidFill>
                  <a:schemeClr val="lt1"/>
                </a:solidFill>
              </a:defRPr>
            </a:lvl6pPr>
            <a:lvl7pPr lvl="6" algn="ctr">
              <a:lnSpc>
                <a:spcPct val="100000"/>
              </a:lnSpc>
              <a:spcBef>
                <a:spcPts val="600"/>
              </a:spcBef>
              <a:spcAft>
                <a:spcPts val="0"/>
              </a:spcAft>
              <a:buSzPts val="1200"/>
              <a:buNone/>
              <a:defRPr>
                <a:solidFill>
                  <a:schemeClr val="lt1"/>
                </a:solidFill>
              </a:defRPr>
            </a:lvl7pPr>
            <a:lvl8pPr lvl="7" algn="ctr">
              <a:lnSpc>
                <a:spcPct val="100000"/>
              </a:lnSpc>
              <a:spcBef>
                <a:spcPts val="600"/>
              </a:spcBef>
              <a:spcAft>
                <a:spcPts val="0"/>
              </a:spcAft>
              <a:buSzPts val="1200"/>
              <a:buNone/>
              <a:defRPr>
                <a:solidFill>
                  <a:schemeClr val="lt1"/>
                </a:solidFill>
              </a:defRPr>
            </a:lvl8pPr>
            <a:lvl9pPr lvl="8" algn="ctr">
              <a:lnSpc>
                <a:spcPct val="100000"/>
              </a:lnSpc>
              <a:spcBef>
                <a:spcPts val="600"/>
              </a:spcBef>
              <a:spcAft>
                <a:spcPts val="600"/>
              </a:spcAft>
              <a:buSzPts val="1200"/>
              <a:buNone/>
              <a:defRPr>
                <a:solidFill>
                  <a:schemeClr val="lt1"/>
                </a:solidFill>
              </a:defRPr>
            </a:lvl9pPr>
          </a:lstStyle>
          <a:p/>
        </p:txBody>
      </p:sp>
      <p:sp>
        <p:nvSpPr>
          <p:cNvPr id="19" name="Google Shape;19;p17"/>
          <p:cNvSpPr txBox="1"/>
          <p:nvPr>
            <p:ph idx="10" type="dt"/>
          </p:nvPr>
        </p:nvSpPr>
        <p:spPr>
          <a:xfrm>
            <a:off x="9334626" y="6041362"/>
            <a:ext cx="1343706"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7"/>
          <p:cNvSpPr txBox="1"/>
          <p:nvPr>
            <p:ph idx="11" type="ftr"/>
          </p:nvPr>
        </p:nvSpPr>
        <p:spPr>
          <a:xfrm>
            <a:off x="451514" y="6041362"/>
            <a:ext cx="864432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7"/>
          <p:cNvSpPr txBox="1"/>
          <p:nvPr>
            <p:ph idx="12" type="sldNum"/>
          </p:nvPr>
        </p:nvSpPr>
        <p:spPr>
          <a:xfrm>
            <a:off x="10678331" y="5915888"/>
            <a:ext cx="1062155" cy="490599"/>
          </a:xfrm>
          <a:prstGeom prst="rect">
            <a:avLst/>
          </a:prstGeom>
          <a:noFill/>
          <a:ln>
            <a:noFill/>
          </a:ln>
        </p:spPr>
        <p:txBody>
          <a:bodyPr anchorCtr="0" anchor="b" bIns="108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22" name="Shape 22"/>
        <p:cNvGrpSpPr/>
        <p:nvPr/>
      </p:nvGrpSpPr>
      <p:grpSpPr>
        <a:xfrm>
          <a:off x="0" y="0"/>
          <a:ext cx="0" cy="0"/>
          <a:chOff x="0" y="0"/>
          <a:chExt cx="0" cy="0"/>
        </a:xfrm>
      </p:grpSpPr>
      <p:sp>
        <p:nvSpPr>
          <p:cNvPr id="23" name="Google Shape;23;p18"/>
          <p:cNvSpPr/>
          <p:nvPr/>
        </p:nvSpPr>
        <p:spPr>
          <a:xfrm>
            <a:off x="0" y="0"/>
            <a:ext cx="12192000" cy="2185988"/>
          </a:xfrm>
          <a:custGeom>
            <a:rect b="b" l="l" r="r" t="t"/>
            <a:pathLst>
              <a:path extrusionOk="0" h="1377" w="576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algn="tl" flip="none" tx="0" sx="100000" ty="0" sy="100000"/>
          </a:blipFill>
          <a:ln cap="rnd" cmpd="sng" w="9525">
            <a:solidFill>
              <a:schemeClr val="accent1"/>
            </a:solidFill>
            <a:prstDash val="solid"/>
            <a:round/>
            <a:headEnd len="sm" w="sm" type="none"/>
            <a:tailEnd len="sm" w="sm" type="none"/>
          </a:ln>
        </p:spPr>
      </p:sp>
      <p:sp>
        <p:nvSpPr>
          <p:cNvPr id="24" name="Google Shape;24;p18"/>
          <p:cNvSpPr txBox="1"/>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8"/>
          <p:cNvSpPr txBox="1"/>
          <p:nvPr>
            <p:ph idx="1" type="body"/>
          </p:nvPr>
        </p:nvSpPr>
        <p:spPr>
          <a:xfrm>
            <a:off x="818712" y="2222287"/>
            <a:ext cx="10554574" cy="3636511"/>
          </a:xfrm>
          <a:prstGeom prst="rect">
            <a:avLst/>
          </a:prstGeom>
          <a:noFill/>
          <a:ln>
            <a:noFill/>
          </a:ln>
          <a:effectLst>
            <a:outerShdw blurRad="50800">
              <a:srgbClr val="000000">
                <a:alpha val="40000"/>
              </a:srgbClr>
            </a:outerShdw>
          </a:effectLst>
        </p:spPr>
        <p:txBody>
          <a:bodyPr anchorCtr="0" anchor="ctr" bIns="45700" lIns="91425" spcFirstLastPara="1" rIns="91425" wrap="square" tIns="45700">
            <a:normAutofit/>
          </a:bodyPr>
          <a:lstStyle>
            <a:lvl1pPr indent="-342900" lvl="0" marL="457200" algn="l">
              <a:lnSpc>
                <a:spcPct val="100000"/>
              </a:lnSpc>
              <a:spcBef>
                <a:spcPts val="36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600"/>
              </a:spcAft>
              <a:buSzPts val="1800"/>
              <a:buChar char="?"/>
              <a:defRPr/>
            </a:lvl9pPr>
          </a:lstStyle>
          <a:p/>
        </p:txBody>
      </p:sp>
      <p:sp>
        <p:nvSpPr>
          <p:cNvPr id="26" name="Google Shape;26;p18"/>
          <p:cNvSpPr txBox="1"/>
          <p:nvPr>
            <p:ph idx="10" type="dt"/>
          </p:nvPr>
        </p:nvSpPr>
        <p:spPr>
          <a:xfrm>
            <a:off x="9334626" y="6041362"/>
            <a:ext cx="1343706"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8"/>
          <p:cNvSpPr txBox="1"/>
          <p:nvPr>
            <p:ph idx="11" type="ftr"/>
          </p:nvPr>
        </p:nvSpPr>
        <p:spPr>
          <a:xfrm>
            <a:off x="451514" y="6041362"/>
            <a:ext cx="864432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8"/>
          <p:cNvSpPr txBox="1"/>
          <p:nvPr>
            <p:ph idx="12" type="sldNum"/>
          </p:nvPr>
        </p:nvSpPr>
        <p:spPr>
          <a:xfrm>
            <a:off x="10678331" y="5915888"/>
            <a:ext cx="1062155" cy="490599"/>
          </a:xfrm>
          <a:prstGeom prst="rect">
            <a:avLst/>
          </a:prstGeom>
          <a:noFill/>
          <a:ln>
            <a:noFill/>
          </a:ln>
        </p:spPr>
        <p:txBody>
          <a:bodyPr anchorCtr="0" anchor="b" bIns="108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tête de section" type="secHead">
  <p:cSld name="SECTION_HEADER">
    <p:spTree>
      <p:nvGrpSpPr>
        <p:cNvPr id="29" name="Shape 29"/>
        <p:cNvGrpSpPr/>
        <p:nvPr/>
      </p:nvGrpSpPr>
      <p:grpSpPr>
        <a:xfrm>
          <a:off x="0" y="0"/>
          <a:ext cx="0" cy="0"/>
          <a:chOff x="0" y="0"/>
          <a:chExt cx="0" cy="0"/>
        </a:xfrm>
      </p:grpSpPr>
      <p:sp>
        <p:nvSpPr>
          <p:cNvPr id="30" name="Google Shape;30;p19"/>
          <p:cNvSpPr/>
          <p:nvPr/>
        </p:nvSpPr>
        <p:spPr>
          <a:xfrm>
            <a:off x="0" y="1"/>
            <a:ext cx="12192000" cy="5203825"/>
          </a:xfrm>
          <a:custGeom>
            <a:rect b="b" l="l" r="r" t="t"/>
            <a:pathLst>
              <a:path extrusionOk="0" h="3278" w="5760">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blipFill rotWithShape="1">
            <a:blip r:embed="rId2">
              <a:alphaModFix/>
            </a:blip>
            <a:tile algn="tl" flip="none" tx="0" sx="100000" ty="0" sy="100000"/>
          </a:blipFill>
          <a:ln cap="rnd" cmpd="sng" w="9525">
            <a:solidFill>
              <a:schemeClr val="accent1"/>
            </a:solidFill>
            <a:prstDash val="solid"/>
            <a:round/>
            <a:headEnd len="sm" w="sm" type="none"/>
            <a:tailEnd len="sm" w="sm" type="none"/>
          </a:ln>
        </p:spPr>
      </p:sp>
      <p:sp>
        <p:nvSpPr>
          <p:cNvPr id="31" name="Google Shape;31;p19"/>
          <p:cNvSpPr txBox="1"/>
          <p:nvPr>
            <p:ph type="title"/>
          </p:nvPr>
        </p:nvSpPr>
        <p:spPr>
          <a:xfrm>
            <a:off x="810000" y="2951396"/>
            <a:ext cx="10561418" cy="1468800"/>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lvl1pPr lvl="0" algn="r">
              <a:lnSpc>
                <a:spcPct val="100000"/>
              </a:lnSpc>
              <a:spcBef>
                <a:spcPts val="0"/>
              </a:spcBef>
              <a:spcAft>
                <a:spcPts val="0"/>
              </a:spcAft>
              <a:buClr>
                <a:srgbClr val="FEFEFE"/>
              </a:buClr>
              <a:buSzPts val="4800"/>
              <a:buFont typeface="Century Gothic"/>
              <a:buNone/>
              <a:defRPr b="1" sz="48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9"/>
          <p:cNvSpPr txBox="1"/>
          <p:nvPr>
            <p:ph idx="1" type="body"/>
          </p:nvPr>
        </p:nvSpPr>
        <p:spPr>
          <a:xfrm>
            <a:off x="810000" y="5281201"/>
            <a:ext cx="10561418" cy="433955"/>
          </a:xfrm>
          <a:prstGeom prst="rect">
            <a:avLst/>
          </a:prstGeom>
          <a:noFill/>
          <a:ln>
            <a:noFill/>
          </a:ln>
          <a:effectLst>
            <a:outerShdw blurRad="50800">
              <a:srgbClr val="000000">
                <a:alpha val="40000"/>
              </a:srgbClr>
            </a:outerShdw>
          </a:effectLst>
        </p:spPr>
        <p:txBody>
          <a:bodyPr anchorCtr="0" anchor="t" bIns="45700" lIns="91425" spcFirstLastPara="1" rIns="91425" wrap="square" tIns="45700">
            <a:noAutofit/>
          </a:bodyPr>
          <a:lstStyle>
            <a:lvl1pPr indent="-228600" lvl="0" marL="457200" algn="r">
              <a:lnSpc>
                <a:spcPct val="100000"/>
              </a:lnSpc>
              <a:spcBef>
                <a:spcPts val="360"/>
              </a:spcBef>
              <a:spcAft>
                <a:spcPts val="0"/>
              </a:spcAft>
              <a:buSzPts val="1800"/>
              <a:buNone/>
              <a:defRPr sz="1800">
                <a:solidFill>
                  <a:schemeClr val="lt1"/>
                </a:solidFill>
              </a:defRPr>
            </a:lvl1pPr>
            <a:lvl2pPr indent="-228600" lvl="1" marL="914400" algn="l">
              <a:lnSpc>
                <a:spcPct val="100000"/>
              </a:lnSpc>
              <a:spcBef>
                <a:spcPts val="600"/>
              </a:spcBef>
              <a:spcAft>
                <a:spcPts val="0"/>
              </a:spcAft>
              <a:buSzPts val="1800"/>
              <a:buNone/>
              <a:defRPr sz="1800">
                <a:solidFill>
                  <a:schemeClr val="lt1"/>
                </a:solidFill>
              </a:defRPr>
            </a:lvl2pPr>
            <a:lvl3pPr indent="-228600" lvl="2" marL="1371600" algn="l">
              <a:lnSpc>
                <a:spcPct val="100000"/>
              </a:lnSpc>
              <a:spcBef>
                <a:spcPts val="600"/>
              </a:spcBef>
              <a:spcAft>
                <a:spcPts val="0"/>
              </a:spcAft>
              <a:buSzPts val="1600"/>
              <a:buNone/>
              <a:defRPr sz="1600">
                <a:solidFill>
                  <a:schemeClr val="lt1"/>
                </a:solidFill>
              </a:defRPr>
            </a:lvl3pPr>
            <a:lvl4pPr indent="-228600" lvl="3" marL="1828800" algn="l">
              <a:lnSpc>
                <a:spcPct val="100000"/>
              </a:lnSpc>
              <a:spcBef>
                <a:spcPts val="600"/>
              </a:spcBef>
              <a:spcAft>
                <a:spcPts val="0"/>
              </a:spcAft>
              <a:buSzPts val="1400"/>
              <a:buNone/>
              <a:defRPr sz="1400">
                <a:solidFill>
                  <a:schemeClr val="lt1"/>
                </a:solidFill>
              </a:defRPr>
            </a:lvl4pPr>
            <a:lvl5pPr indent="-228600" lvl="4" marL="2286000" algn="l">
              <a:lnSpc>
                <a:spcPct val="100000"/>
              </a:lnSpc>
              <a:spcBef>
                <a:spcPts val="600"/>
              </a:spcBef>
              <a:spcAft>
                <a:spcPts val="0"/>
              </a:spcAft>
              <a:buSzPts val="1400"/>
              <a:buNone/>
              <a:defRPr sz="1400">
                <a:solidFill>
                  <a:schemeClr val="lt1"/>
                </a:solidFill>
              </a:defRPr>
            </a:lvl5pPr>
            <a:lvl6pPr indent="-228600" lvl="5" marL="2743200" algn="l">
              <a:lnSpc>
                <a:spcPct val="100000"/>
              </a:lnSpc>
              <a:spcBef>
                <a:spcPts val="600"/>
              </a:spcBef>
              <a:spcAft>
                <a:spcPts val="0"/>
              </a:spcAft>
              <a:buSzPts val="1400"/>
              <a:buNone/>
              <a:defRPr sz="1400">
                <a:solidFill>
                  <a:schemeClr val="lt1"/>
                </a:solidFill>
              </a:defRPr>
            </a:lvl6pPr>
            <a:lvl7pPr indent="-228600" lvl="6" marL="3200400" algn="l">
              <a:lnSpc>
                <a:spcPct val="100000"/>
              </a:lnSpc>
              <a:spcBef>
                <a:spcPts val="600"/>
              </a:spcBef>
              <a:spcAft>
                <a:spcPts val="0"/>
              </a:spcAft>
              <a:buSzPts val="1400"/>
              <a:buNone/>
              <a:defRPr sz="1400">
                <a:solidFill>
                  <a:schemeClr val="lt1"/>
                </a:solidFill>
              </a:defRPr>
            </a:lvl7pPr>
            <a:lvl8pPr indent="-228600" lvl="7" marL="3657600" algn="l">
              <a:lnSpc>
                <a:spcPct val="100000"/>
              </a:lnSpc>
              <a:spcBef>
                <a:spcPts val="600"/>
              </a:spcBef>
              <a:spcAft>
                <a:spcPts val="0"/>
              </a:spcAft>
              <a:buSzPts val="1400"/>
              <a:buNone/>
              <a:defRPr sz="1400">
                <a:solidFill>
                  <a:schemeClr val="lt1"/>
                </a:solidFill>
              </a:defRPr>
            </a:lvl8pPr>
            <a:lvl9pPr indent="-228600" lvl="8" marL="4114800" algn="l">
              <a:lnSpc>
                <a:spcPct val="100000"/>
              </a:lnSpc>
              <a:spcBef>
                <a:spcPts val="600"/>
              </a:spcBef>
              <a:spcAft>
                <a:spcPts val="600"/>
              </a:spcAft>
              <a:buSzPts val="1400"/>
              <a:buNone/>
              <a:defRPr sz="1400">
                <a:solidFill>
                  <a:schemeClr val="lt1"/>
                </a:solidFill>
              </a:defRPr>
            </a:lvl9pPr>
          </a:lstStyle>
          <a:p/>
        </p:txBody>
      </p:sp>
      <p:sp>
        <p:nvSpPr>
          <p:cNvPr id="33" name="Google Shape;33;p19"/>
          <p:cNvSpPr txBox="1"/>
          <p:nvPr>
            <p:ph idx="10" type="dt"/>
          </p:nvPr>
        </p:nvSpPr>
        <p:spPr>
          <a:xfrm>
            <a:off x="9334626" y="6041362"/>
            <a:ext cx="1343706"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9"/>
          <p:cNvSpPr txBox="1"/>
          <p:nvPr>
            <p:ph idx="11" type="ftr"/>
          </p:nvPr>
        </p:nvSpPr>
        <p:spPr>
          <a:xfrm>
            <a:off x="451514" y="6041362"/>
            <a:ext cx="864432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9"/>
          <p:cNvSpPr txBox="1"/>
          <p:nvPr>
            <p:ph idx="12" type="sldNum"/>
          </p:nvPr>
        </p:nvSpPr>
        <p:spPr>
          <a:xfrm>
            <a:off x="10678331" y="5915888"/>
            <a:ext cx="1062155" cy="490599"/>
          </a:xfrm>
          <a:prstGeom prst="rect">
            <a:avLst/>
          </a:prstGeom>
          <a:noFill/>
          <a:ln>
            <a:noFill/>
          </a:ln>
        </p:spPr>
        <p:txBody>
          <a:bodyPr anchorCtr="0" anchor="b" bIns="108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36" name="Shape 36"/>
        <p:cNvGrpSpPr/>
        <p:nvPr/>
      </p:nvGrpSpPr>
      <p:grpSpPr>
        <a:xfrm>
          <a:off x="0" y="0"/>
          <a:ext cx="0" cy="0"/>
          <a:chOff x="0" y="0"/>
          <a:chExt cx="0" cy="0"/>
        </a:xfrm>
      </p:grpSpPr>
      <p:sp>
        <p:nvSpPr>
          <p:cNvPr id="37" name="Google Shape;37;p20"/>
          <p:cNvSpPr/>
          <p:nvPr/>
        </p:nvSpPr>
        <p:spPr>
          <a:xfrm>
            <a:off x="0" y="0"/>
            <a:ext cx="12192000" cy="2185988"/>
          </a:xfrm>
          <a:custGeom>
            <a:rect b="b" l="l" r="r" t="t"/>
            <a:pathLst>
              <a:path extrusionOk="0" h="1377" w="576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algn="tl" flip="none" tx="0" sx="100000" ty="0" sy="100000"/>
          </a:blipFill>
          <a:ln cap="rnd" cmpd="sng" w="9525">
            <a:solidFill>
              <a:schemeClr val="accent1"/>
            </a:solidFill>
            <a:prstDash val="solid"/>
            <a:round/>
            <a:headEnd len="sm" w="sm" type="none"/>
            <a:tailEnd len="sm" w="sm" type="none"/>
          </a:ln>
        </p:spPr>
      </p:sp>
      <p:sp>
        <p:nvSpPr>
          <p:cNvPr id="38" name="Google Shape;38;p20"/>
          <p:cNvSpPr txBox="1"/>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0"/>
          <p:cNvSpPr txBox="1"/>
          <p:nvPr>
            <p:ph idx="1" type="body"/>
          </p:nvPr>
        </p:nvSpPr>
        <p:spPr>
          <a:xfrm>
            <a:off x="818712" y="2222287"/>
            <a:ext cx="5185873" cy="3638763"/>
          </a:xfrm>
          <a:prstGeom prst="rect">
            <a:avLst/>
          </a:prstGeom>
          <a:noFill/>
          <a:ln>
            <a:noFill/>
          </a:ln>
          <a:effectLst>
            <a:outerShdw blurRad="50800">
              <a:srgbClr val="000000">
                <a:alpha val="40000"/>
              </a:srgbClr>
            </a:outerShdw>
          </a:effectLst>
        </p:spPr>
        <p:txBody>
          <a:bodyPr anchorCtr="0" anchor="ctr" bIns="45700" lIns="91425" spcFirstLastPara="1" rIns="91425" wrap="square" tIns="45700">
            <a:normAutofit/>
          </a:bodyPr>
          <a:lstStyle>
            <a:lvl1pPr indent="-342900" lvl="0" marL="457200" algn="l">
              <a:lnSpc>
                <a:spcPct val="100000"/>
              </a:lnSpc>
              <a:spcBef>
                <a:spcPts val="36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600"/>
              </a:spcAft>
              <a:buSzPts val="1800"/>
              <a:buChar char="?"/>
              <a:defRPr/>
            </a:lvl9pPr>
          </a:lstStyle>
          <a:p/>
        </p:txBody>
      </p:sp>
      <p:sp>
        <p:nvSpPr>
          <p:cNvPr id="40" name="Google Shape;40;p20"/>
          <p:cNvSpPr txBox="1"/>
          <p:nvPr>
            <p:ph idx="2" type="body"/>
          </p:nvPr>
        </p:nvSpPr>
        <p:spPr>
          <a:xfrm>
            <a:off x="6187415" y="2222287"/>
            <a:ext cx="5194583" cy="3638764"/>
          </a:xfrm>
          <a:prstGeom prst="rect">
            <a:avLst/>
          </a:prstGeom>
          <a:noFill/>
          <a:ln>
            <a:noFill/>
          </a:ln>
          <a:effectLst>
            <a:outerShdw blurRad="50800">
              <a:srgbClr val="000000">
                <a:alpha val="40000"/>
              </a:srgbClr>
            </a:outerShdw>
          </a:effectLst>
        </p:spPr>
        <p:txBody>
          <a:bodyPr anchorCtr="0" anchor="ctr" bIns="45700" lIns="91425" spcFirstLastPara="1" rIns="91425" wrap="square" tIns="45700">
            <a:normAutofit/>
          </a:bodyPr>
          <a:lstStyle>
            <a:lvl1pPr indent="-342900" lvl="0" marL="457200" algn="l">
              <a:lnSpc>
                <a:spcPct val="100000"/>
              </a:lnSpc>
              <a:spcBef>
                <a:spcPts val="36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600"/>
              </a:spcAft>
              <a:buSzPts val="1800"/>
              <a:buChar char="?"/>
              <a:defRPr/>
            </a:lvl9pPr>
          </a:lstStyle>
          <a:p/>
        </p:txBody>
      </p:sp>
      <p:sp>
        <p:nvSpPr>
          <p:cNvPr id="41" name="Google Shape;41;p20"/>
          <p:cNvSpPr txBox="1"/>
          <p:nvPr>
            <p:ph idx="10" type="dt"/>
          </p:nvPr>
        </p:nvSpPr>
        <p:spPr>
          <a:xfrm>
            <a:off x="9334626" y="6041362"/>
            <a:ext cx="1343706"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0"/>
          <p:cNvSpPr txBox="1"/>
          <p:nvPr>
            <p:ph idx="11" type="ftr"/>
          </p:nvPr>
        </p:nvSpPr>
        <p:spPr>
          <a:xfrm>
            <a:off x="451514" y="6041362"/>
            <a:ext cx="864432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0"/>
          <p:cNvSpPr txBox="1"/>
          <p:nvPr>
            <p:ph idx="12" type="sldNum"/>
          </p:nvPr>
        </p:nvSpPr>
        <p:spPr>
          <a:xfrm>
            <a:off x="10678331" y="5915888"/>
            <a:ext cx="1062155" cy="490599"/>
          </a:xfrm>
          <a:prstGeom prst="rect">
            <a:avLst/>
          </a:prstGeom>
          <a:noFill/>
          <a:ln>
            <a:noFill/>
          </a:ln>
        </p:spPr>
        <p:txBody>
          <a:bodyPr anchorCtr="0" anchor="b" bIns="108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44" name="Shape 44"/>
        <p:cNvGrpSpPr/>
        <p:nvPr/>
      </p:nvGrpSpPr>
      <p:grpSpPr>
        <a:xfrm>
          <a:off x="0" y="0"/>
          <a:ext cx="0" cy="0"/>
          <a:chOff x="0" y="0"/>
          <a:chExt cx="0" cy="0"/>
        </a:xfrm>
      </p:grpSpPr>
      <p:sp>
        <p:nvSpPr>
          <p:cNvPr id="45" name="Google Shape;45;p21"/>
          <p:cNvSpPr/>
          <p:nvPr/>
        </p:nvSpPr>
        <p:spPr>
          <a:xfrm>
            <a:off x="0" y="0"/>
            <a:ext cx="12192000" cy="2185988"/>
          </a:xfrm>
          <a:custGeom>
            <a:rect b="b" l="l" r="r" t="t"/>
            <a:pathLst>
              <a:path extrusionOk="0" h="1377" w="576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algn="tl" flip="none" tx="0" sx="100000" ty="0" sy="100000"/>
          </a:blipFill>
          <a:ln cap="rnd" cmpd="sng" w="9525">
            <a:solidFill>
              <a:schemeClr val="accent1"/>
            </a:solidFill>
            <a:prstDash val="solid"/>
            <a:round/>
            <a:headEnd len="sm" w="sm" type="none"/>
            <a:tailEnd len="sm" w="sm" type="none"/>
          </a:ln>
        </p:spPr>
      </p:sp>
      <p:sp>
        <p:nvSpPr>
          <p:cNvPr id="46" name="Google Shape;46;p21"/>
          <p:cNvSpPr txBox="1"/>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lvl1pPr lvl="0" algn="l">
              <a:lnSpc>
                <a:spcPct val="100000"/>
              </a:lnSpc>
              <a:spcBef>
                <a:spcPts val="0"/>
              </a:spcBef>
              <a:spcAft>
                <a:spcPts val="0"/>
              </a:spcAft>
              <a:buClr>
                <a:srgbClr val="FEFEFE"/>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1"/>
          <p:cNvSpPr txBox="1"/>
          <p:nvPr>
            <p:ph idx="1" type="body"/>
          </p:nvPr>
        </p:nvSpPr>
        <p:spPr>
          <a:xfrm>
            <a:off x="814728" y="2174875"/>
            <a:ext cx="5189857" cy="576262"/>
          </a:xfrm>
          <a:prstGeom prst="rect">
            <a:avLst/>
          </a:prstGeom>
          <a:noFill/>
          <a:ln>
            <a:noFill/>
          </a:ln>
          <a:effectLst>
            <a:outerShdw blurRad="50800">
              <a:srgbClr val="000000">
                <a:alpha val="40000"/>
              </a:srgbClr>
            </a:outerShdw>
          </a:effectLst>
        </p:spPr>
        <p:txBody>
          <a:bodyPr anchorCtr="0" anchor="b" bIns="45700" lIns="91425" spcFirstLastPara="1" rIns="91425" wrap="square" tIns="45700">
            <a:noAutofit/>
          </a:bodyPr>
          <a:lstStyle>
            <a:lvl1pPr indent="-228600" lvl="0" marL="457200" algn="ctr">
              <a:lnSpc>
                <a:spcPct val="100000"/>
              </a:lnSpc>
              <a:spcBef>
                <a:spcPts val="400"/>
              </a:spcBef>
              <a:spcAft>
                <a:spcPts val="0"/>
              </a:spcAft>
              <a:buSzPts val="2000"/>
              <a:buNone/>
              <a:defRPr b="0" sz="2000"/>
            </a:lvl1pPr>
            <a:lvl2pPr indent="-228600" lvl="1" marL="914400" algn="l">
              <a:lnSpc>
                <a:spcPct val="100000"/>
              </a:lnSpc>
              <a:spcBef>
                <a:spcPts val="600"/>
              </a:spcBef>
              <a:spcAft>
                <a:spcPts val="0"/>
              </a:spcAft>
              <a:buSzPts val="2000"/>
              <a:buNone/>
              <a:defRPr b="1" sz="2000"/>
            </a:lvl2pPr>
            <a:lvl3pPr indent="-228600" lvl="2" marL="1371600" algn="l">
              <a:lnSpc>
                <a:spcPct val="100000"/>
              </a:lnSpc>
              <a:spcBef>
                <a:spcPts val="600"/>
              </a:spcBef>
              <a:spcAft>
                <a:spcPts val="0"/>
              </a:spcAft>
              <a:buSzPts val="1800"/>
              <a:buNone/>
              <a:defRPr b="1" sz="1800"/>
            </a:lvl3pPr>
            <a:lvl4pPr indent="-228600" lvl="3" marL="1828800" algn="l">
              <a:lnSpc>
                <a:spcPct val="100000"/>
              </a:lnSpc>
              <a:spcBef>
                <a:spcPts val="600"/>
              </a:spcBef>
              <a:spcAft>
                <a:spcPts val="0"/>
              </a:spcAft>
              <a:buSzPts val="1600"/>
              <a:buNone/>
              <a:defRPr b="1" sz="1600"/>
            </a:lvl4pPr>
            <a:lvl5pPr indent="-228600" lvl="4" marL="2286000" algn="l">
              <a:lnSpc>
                <a:spcPct val="100000"/>
              </a:lnSpc>
              <a:spcBef>
                <a:spcPts val="600"/>
              </a:spcBef>
              <a:spcAft>
                <a:spcPts val="0"/>
              </a:spcAft>
              <a:buSzPts val="1600"/>
              <a:buNone/>
              <a:defRPr b="1" sz="1600"/>
            </a:lvl5pPr>
            <a:lvl6pPr indent="-228600" lvl="5" marL="2743200" algn="l">
              <a:lnSpc>
                <a:spcPct val="100000"/>
              </a:lnSpc>
              <a:spcBef>
                <a:spcPts val="600"/>
              </a:spcBef>
              <a:spcAft>
                <a:spcPts val="0"/>
              </a:spcAft>
              <a:buSzPts val="1600"/>
              <a:buNone/>
              <a:defRPr b="1" sz="1600"/>
            </a:lvl6pPr>
            <a:lvl7pPr indent="-228600" lvl="6" marL="3200400" algn="l">
              <a:lnSpc>
                <a:spcPct val="100000"/>
              </a:lnSpc>
              <a:spcBef>
                <a:spcPts val="600"/>
              </a:spcBef>
              <a:spcAft>
                <a:spcPts val="0"/>
              </a:spcAft>
              <a:buSzPts val="1600"/>
              <a:buNone/>
              <a:defRPr b="1" sz="1600"/>
            </a:lvl7pPr>
            <a:lvl8pPr indent="-228600" lvl="7" marL="3657600" algn="l">
              <a:lnSpc>
                <a:spcPct val="100000"/>
              </a:lnSpc>
              <a:spcBef>
                <a:spcPts val="600"/>
              </a:spcBef>
              <a:spcAft>
                <a:spcPts val="0"/>
              </a:spcAft>
              <a:buSzPts val="1600"/>
              <a:buNone/>
              <a:defRPr b="1" sz="1600"/>
            </a:lvl8pPr>
            <a:lvl9pPr indent="-228600" lvl="8" marL="4114800" algn="l">
              <a:lnSpc>
                <a:spcPct val="100000"/>
              </a:lnSpc>
              <a:spcBef>
                <a:spcPts val="600"/>
              </a:spcBef>
              <a:spcAft>
                <a:spcPts val="600"/>
              </a:spcAft>
              <a:buSzPts val="1600"/>
              <a:buNone/>
              <a:defRPr b="1" sz="1600"/>
            </a:lvl9pPr>
          </a:lstStyle>
          <a:p/>
        </p:txBody>
      </p:sp>
      <p:sp>
        <p:nvSpPr>
          <p:cNvPr id="48" name="Google Shape;48;p21"/>
          <p:cNvSpPr txBox="1"/>
          <p:nvPr>
            <p:ph idx="2" type="body"/>
          </p:nvPr>
        </p:nvSpPr>
        <p:spPr>
          <a:xfrm>
            <a:off x="814729" y="2751138"/>
            <a:ext cx="5189856" cy="3109913"/>
          </a:xfrm>
          <a:prstGeom prst="rect">
            <a:avLst/>
          </a:prstGeom>
          <a:noFill/>
          <a:ln>
            <a:noFill/>
          </a:ln>
          <a:effectLst>
            <a:outerShdw blurRad="50800">
              <a:srgbClr val="000000">
                <a:alpha val="40000"/>
              </a:srgbClr>
            </a:outerShdw>
          </a:effectLst>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600"/>
              </a:spcAft>
              <a:buSzPts val="1800"/>
              <a:buChar char="?"/>
              <a:defRPr/>
            </a:lvl9pPr>
          </a:lstStyle>
          <a:p/>
        </p:txBody>
      </p:sp>
      <p:sp>
        <p:nvSpPr>
          <p:cNvPr id="49" name="Google Shape;49;p21"/>
          <p:cNvSpPr txBox="1"/>
          <p:nvPr>
            <p:ph idx="3" type="body"/>
          </p:nvPr>
        </p:nvSpPr>
        <p:spPr>
          <a:xfrm>
            <a:off x="6187415" y="2174875"/>
            <a:ext cx="5194583" cy="576262"/>
          </a:xfrm>
          <a:prstGeom prst="rect">
            <a:avLst/>
          </a:prstGeom>
          <a:noFill/>
          <a:ln>
            <a:noFill/>
          </a:ln>
          <a:effectLst>
            <a:outerShdw blurRad="50800">
              <a:srgbClr val="000000">
                <a:alpha val="40000"/>
              </a:srgbClr>
            </a:outerShdw>
          </a:effectLst>
        </p:spPr>
        <p:txBody>
          <a:bodyPr anchorCtr="0" anchor="b" bIns="45700" lIns="91425" spcFirstLastPara="1" rIns="91425" wrap="square" tIns="45700">
            <a:noAutofit/>
          </a:bodyPr>
          <a:lstStyle>
            <a:lvl1pPr indent="-228600" lvl="0" marL="457200" algn="ctr">
              <a:lnSpc>
                <a:spcPct val="100000"/>
              </a:lnSpc>
              <a:spcBef>
                <a:spcPts val="400"/>
              </a:spcBef>
              <a:spcAft>
                <a:spcPts val="0"/>
              </a:spcAft>
              <a:buSzPts val="2000"/>
              <a:buNone/>
              <a:defRPr b="0" sz="2000"/>
            </a:lvl1pPr>
            <a:lvl2pPr indent="-228600" lvl="1" marL="914400" algn="l">
              <a:lnSpc>
                <a:spcPct val="100000"/>
              </a:lnSpc>
              <a:spcBef>
                <a:spcPts val="600"/>
              </a:spcBef>
              <a:spcAft>
                <a:spcPts val="0"/>
              </a:spcAft>
              <a:buSzPts val="2000"/>
              <a:buNone/>
              <a:defRPr b="1" sz="2000"/>
            </a:lvl2pPr>
            <a:lvl3pPr indent="-228600" lvl="2" marL="1371600" algn="l">
              <a:lnSpc>
                <a:spcPct val="100000"/>
              </a:lnSpc>
              <a:spcBef>
                <a:spcPts val="600"/>
              </a:spcBef>
              <a:spcAft>
                <a:spcPts val="0"/>
              </a:spcAft>
              <a:buSzPts val="1800"/>
              <a:buNone/>
              <a:defRPr b="1" sz="1800"/>
            </a:lvl3pPr>
            <a:lvl4pPr indent="-228600" lvl="3" marL="1828800" algn="l">
              <a:lnSpc>
                <a:spcPct val="100000"/>
              </a:lnSpc>
              <a:spcBef>
                <a:spcPts val="600"/>
              </a:spcBef>
              <a:spcAft>
                <a:spcPts val="0"/>
              </a:spcAft>
              <a:buSzPts val="1600"/>
              <a:buNone/>
              <a:defRPr b="1" sz="1600"/>
            </a:lvl4pPr>
            <a:lvl5pPr indent="-228600" lvl="4" marL="2286000" algn="l">
              <a:lnSpc>
                <a:spcPct val="100000"/>
              </a:lnSpc>
              <a:spcBef>
                <a:spcPts val="600"/>
              </a:spcBef>
              <a:spcAft>
                <a:spcPts val="0"/>
              </a:spcAft>
              <a:buSzPts val="1600"/>
              <a:buNone/>
              <a:defRPr b="1" sz="1600"/>
            </a:lvl5pPr>
            <a:lvl6pPr indent="-228600" lvl="5" marL="2743200" algn="l">
              <a:lnSpc>
                <a:spcPct val="100000"/>
              </a:lnSpc>
              <a:spcBef>
                <a:spcPts val="600"/>
              </a:spcBef>
              <a:spcAft>
                <a:spcPts val="0"/>
              </a:spcAft>
              <a:buSzPts val="1600"/>
              <a:buNone/>
              <a:defRPr b="1" sz="1600"/>
            </a:lvl6pPr>
            <a:lvl7pPr indent="-228600" lvl="6" marL="3200400" algn="l">
              <a:lnSpc>
                <a:spcPct val="100000"/>
              </a:lnSpc>
              <a:spcBef>
                <a:spcPts val="600"/>
              </a:spcBef>
              <a:spcAft>
                <a:spcPts val="0"/>
              </a:spcAft>
              <a:buSzPts val="1600"/>
              <a:buNone/>
              <a:defRPr b="1" sz="1600"/>
            </a:lvl7pPr>
            <a:lvl8pPr indent="-228600" lvl="7" marL="3657600" algn="l">
              <a:lnSpc>
                <a:spcPct val="100000"/>
              </a:lnSpc>
              <a:spcBef>
                <a:spcPts val="600"/>
              </a:spcBef>
              <a:spcAft>
                <a:spcPts val="0"/>
              </a:spcAft>
              <a:buSzPts val="1600"/>
              <a:buNone/>
              <a:defRPr b="1" sz="1600"/>
            </a:lvl8pPr>
            <a:lvl9pPr indent="-228600" lvl="8" marL="4114800" algn="l">
              <a:lnSpc>
                <a:spcPct val="100000"/>
              </a:lnSpc>
              <a:spcBef>
                <a:spcPts val="600"/>
              </a:spcBef>
              <a:spcAft>
                <a:spcPts val="600"/>
              </a:spcAft>
              <a:buSzPts val="1600"/>
              <a:buNone/>
              <a:defRPr b="1" sz="1600"/>
            </a:lvl9pPr>
          </a:lstStyle>
          <a:p/>
        </p:txBody>
      </p:sp>
      <p:sp>
        <p:nvSpPr>
          <p:cNvPr id="50" name="Google Shape;50;p21"/>
          <p:cNvSpPr txBox="1"/>
          <p:nvPr>
            <p:ph idx="4" type="body"/>
          </p:nvPr>
        </p:nvSpPr>
        <p:spPr>
          <a:xfrm>
            <a:off x="6187415" y="2751138"/>
            <a:ext cx="5194583" cy="3109913"/>
          </a:xfrm>
          <a:prstGeom prst="rect">
            <a:avLst/>
          </a:prstGeom>
          <a:noFill/>
          <a:ln>
            <a:noFill/>
          </a:ln>
          <a:effectLst>
            <a:outerShdw blurRad="50800">
              <a:srgbClr val="000000">
                <a:alpha val="40000"/>
              </a:srgbClr>
            </a:outerShdw>
          </a:effectLst>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600"/>
              </a:spcAft>
              <a:buSzPts val="1800"/>
              <a:buChar char="?"/>
              <a:defRPr/>
            </a:lvl9pPr>
          </a:lstStyle>
          <a:p/>
        </p:txBody>
      </p:sp>
      <p:sp>
        <p:nvSpPr>
          <p:cNvPr id="51" name="Google Shape;51;p21"/>
          <p:cNvSpPr txBox="1"/>
          <p:nvPr>
            <p:ph idx="10" type="dt"/>
          </p:nvPr>
        </p:nvSpPr>
        <p:spPr>
          <a:xfrm>
            <a:off x="9334626" y="6041362"/>
            <a:ext cx="1343706"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1" type="ftr"/>
          </p:nvPr>
        </p:nvSpPr>
        <p:spPr>
          <a:xfrm>
            <a:off x="451514" y="6041362"/>
            <a:ext cx="864432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1"/>
          <p:cNvSpPr txBox="1"/>
          <p:nvPr>
            <p:ph idx="12" type="sldNum"/>
          </p:nvPr>
        </p:nvSpPr>
        <p:spPr>
          <a:xfrm>
            <a:off x="10678331" y="5915888"/>
            <a:ext cx="1062155" cy="490599"/>
          </a:xfrm>
          <a:prstGeom prst="rect">
            <a:avLst/>
          </a:prstGeom>
          <a:noFill/>
          <a:ln>
            <a:noFill/>
          </a:ln>
        </p:spPr>
        <p:txBody>
          <a:bodyPr anchorCtr="0" anchor="b" bIns="108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uniquement" type="titleOnly">
  <p:cSld name="TITLE_ONLY">
    <p:spTree>
      <p:nvGrpSpPr>
        <p:cNvPr id="54" name="Shape 54"/>
        <p:cNvGrpSpPr/>
        <p:nvPr/>
      </p:nvGrpSpPr>
      <p:grpSpPr>
        <a:xfrm>
          <a:off x="0" y="0"/>
          <a:ext cx="0" cy="0"/>
          <a:chOff x="0" y="0"/>
          <a:chExt cx="0" cy="0"/>
        </a:xfrm>
      </p:grpSpPr>
      <p:sp>
        <p:nvSpPr>
          <p:cNvPr id="55" name="Google Shape;55;p22"/>
          <p:cNvSpPr/>
          <p:nvPr/>
        </p:nvSpPr>
        <p:spPr>
          <a:xfrm>
            <a:off x="0" y="0"/>
            <a:ext cx="12192000" cy="2185988"/>
          </a:xfrm>
          <a:custGeom>
            <a:rect b="b" l="l" r="r" t="t"/>
            <a:pathLst>
              <a:path extrusionOk="0" h="1377" w="576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algn="tl" flip="none" tx="0" sx="100000" ty="0" sy="100000"/>
          </a:blipFill>
          <a:ln cap="rnd" cmpd="sng" w="9525">
            <a:solidFill>
              <a:schemeClr val="accent1"/>
            </a:solidFill>
            <a:prstDash val="solid"/>
            <a:round/>
            <a:headEnd len="sm" w="sm" type="none"/>
            <a:tailEnd len="sm" w="sm" type="none"/>
          </a:ln>
        </p:spPr>
      </p:sp>
      <p:sp>
        <p:nvSpPr>
          <p:cNvPr id="56" name="Google Shape;56;p22"/>
          <p:cNvSpPr txBox="1"/>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2"/>
          <p:cNvSpPr txBox="1"/>
          <p:nvPr>
            <p:ph idx="10" type="dt"/>
          </p:nvPr>
        </p:nvSpPr>
        <p:spPr>
          <a:xfrm>
            <a:off x="9334626" y="6041362"/>
            <a:ext cx="1343706"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2"/>
          <p:cNvSpPr txBox="1"/>
          <p:nvPr>
            <p:ph idx="11" type="ftr"/>
          </p:nvPr>
        </p:nvSpPr>
        <p:spPr>
          <a:xfrm>
            <a:off x="451514" y="6041362"/>
            <a:ext cx="864432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2"/>
          <p:cNvSpPr txBox="1"/>
          <p:nvPr>
            <p:ph idx="12" type="sldNum"/>
          </p:nvPr>
        </p:nvSpPr>
        <p:spPr>
          <a:xfrm>
            <a:off x="10678331" y="5915888"/>
            <a:ext cx="1062155" cy="490599"/>
          </a:xfrm>
          <a:prstGeom prst="rect">
            <a:avLst/>
          </a:prstGeom>
          <a:noFill/>
          <a:ln>
            <a:noFill/>
          </a:ln>
        </p:spPr>
        <p:txBody>
          <a:bodyPr anchorCtr="0" anchor="b" bIns="108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60" name="Shape 60"/>
        <p:cNvGrpSpPr/>
        <p:nvPr/>
      </p:nvGrpSpPr>
      <p:grpSpPr>
        <a:xfrm>
          <a:off x="0" y="0"/>
          <a:ext cx="0" cy="0"/>
          <a:chOff x="0" y="0"/>
          <a:chExt cx="0" cy="0"/>
        </a:xfrm>
      </p:grpSpPr>
      <p:sp>
        <p:nvSpPr>
          <p:cNvPr id="61" name="Google Shape;61;p23"/>
          <p:cNvSpPr txBox="1"/>
          <p:nvPr>
            <p:ph idx="10" type="dt"/>
          </p:nvPr>
        </p:nvSpPr>
        <p:spPr>
          <a:xfrm>
            <a:off x="9334626" y="6041362"/>
            <a:ext cx="1343706"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3"/>
          <p:cNvSpPr txBox="1"/>
          <p:nvPr>
            <p:ph idx="11" type="ftr"/>
          </p:nvPr>
        </p:nvSpPr>
        <p:spPr>
          <a:xfrm>
            <a:off x="451514" y="6041362"/>
            <a:ext cx="864432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3"/>
          <p:cNvSpPr txBox="1"/>
          <p:nvPr>
            <p:ph idx="12" type="sldNum"/>
          </p:nvPr>
        </p:nvSpPr>
        <p:spPr>
          <a:xfrm>
            <a:off x="10678331" y="5915888"/>
            <a:ext cx="1062155" cy="490599"/>
          </a:xfrm>
          <a:prstGeom prst="rect">
            <a:avLst/>
          </a:prstGeom>
          <a:noFill/>
          <a:ln>
            <a:noFill/>
          </a:ln>
        </p:spPr>
        <p:txBody>
          <a:bodyPr anchorCtr="0" anchor="b" bIns="108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64" name="Shape 64"/>
        <p:cNvGrpSpPr/>
        <p:nvPr/>
      </p:nvGrpSpPr>
      <p:grpSpPr>
        <a:xfrm>
          <a:off x="0" y="0"/>
          <a:ext cx="0" cy="0"/>
          <a:chOff x="0" y="0"/>
          <a:chExt cx="0" cy="0"/>
        </a:xfrm>
      </p:grpSpPr>
      <p:sp>
        <p:nvSpPr>
          <p:cNvPr id="65" name="Google Shape;65;p24"/>
          <p:cNvSpPr/>
          <p:nvPr/>
        </p:nvSpPr>
        <p:spPr>
          <a:xfrm>
            <a:off x="1073151" y="446087"/>
            <a:ext cx="3547533" cy="1814651"/>
          </a:xfrm>
          <a:custGeom>
            <a:rect b="b" l="l" r="r" t="t"/>
            <a:pathLst>
              <a:path extrusionOk="0" h="2308" w="3384">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algn="tl" flip="none" tx="0" sx="100000" ty="0" sy="100000"/>
          </a:blipFill>
          <a:ln cap="rnd" cmpd="sng" w="9525">
            <a:solidFill>
              <a:schemeClr val="accent1"/>
            </a:solidFill>
            <a:prstDash val="solid"/>
            <a:round/>
            <a:headEnd len="sm" w="sm" type="none"/>
            <a:tailEnd len="sm" w="sm" type="none"/>
          </a:ln>
        </p:spPr>
      </p:sp>
      <p:sp>
        <p:nvSpPr>
          <p:cNvPr id="66" name="Google Shape;66;p24"/>
          <p:cNvSpPr txBox="1"/>
          <p:nvPr>
            <p:ph type="title"/>
          </p:nvPr>
        </p:nvSpPr>
        <p:spPr>
          <a:xfrm>
            <a:off x="1073151" y="446088"/>
            <a:ext cx="3547533" cy="1618396"/>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lvl1pPr lvl="0" algn="l">
              <a:lnSpc>
                <a:spcPct val="100000"/>
              </a:lnSpc>
              <a:spcBef>
                <a:spcPts val="0"/>
              </a:spcBef>
              <a:spcAft>
                <a:spcPts val="0"/>
              </a:spcAft>
              <a:buClr>
                <a:srgbClr val="FEFEFE"/>
              </a:buClr>
              <a:buSzPts val="2000"/>
              <a:buFont typeface="Century Gothic"/>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4"/>
          <p:cNvSpPr txBox="1"/>
          <p:nvPr>
            <p:ph idx="1" type="body"/>
          </p:nvPr>
        </p:nvSpPr>
        <p:spPr>
          <a:xfrm>
            <a:off x="4855633" y="446088"/>
            <a:ext cx="6252633" cy="5414963"/>
          </a:xfrm>
          <a:prstGeom prst="rect">
            <a:avLst/>
          </a:prstGeom>
          <a:noFill/>
          <a:ln>
            <a:noFill/>
          </a:ln>
          <a:effectLst>
            <a:outerShdw blurRad="50800">
              <a:srgbClr val="000000">
                <a:alpha val="40000"/>
              </a:srgbClr>
            </a:outerShdw>
          </a:effectLst>
        </p:spPr>
        <p:txBody>
          <a:bodyPr anchorCtr="0" anchor="ctr" bIns="45700" lIns="91425" spcFirstLastPara="1" rIns="91425" wrap="square" tIns="45700">
            <a:normAutofit/>
          </a:bodyPr>
          <a:lstStyle>
            <a:lvl1pPr indent="-342900" lvl="0" marL="457200" algn="l">
              <a:lnSpc>
                <a:spcPct val="100000"/>
              </a:lnSpc>
              <a:spcBef>
                <a:spcPts val="36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600"/>
              </a:spcAft>
              <a:buSzPts val="1800"/>
              <a:buChar char="?"/>
              <a:defRPr/>
            </a:lvl9pPr>
          </a:lstStyle>
          <a:p/>
        </p:txBody>
      </p:sp>
      <p:sp>
        <p:nvSpPr>
          <p:cNvPr id="68" name="Google Shape;68;p24"/>
          <p:cNvSpPr txBox="1"/>
          <p:nvPr>
            <p:ph idx="2" type="body"/>
          </p:nvPr>
        </p:nvSpPr>
        <p:spPr>
          <a:xfrm>
            <a:off x="1073151" y="2260738"/>
            <a:ext cx="3547533" cy="3600311"/>
          </a:xfrm>
          <a:prstGeom prst="rect">
            <a:avLst/>
          </a:prstGeom>
          <a:noFill/>
          <a:ln>
            <a:noFill/>
          </a:ln>
          <a:effectLst>
            <a:outerShdw blurRad="50800">
              <a:srgbClr val="000000">
                <a:alpha val="40000"/>
              </a:srgbClr>
            </a:outerShdw>
          </a:effectLst>
        </p:spPr>
        <p:txBody>
          <a:bodyPr anchorCtr="0" anchor="ctr" bIns="45700" lIns="91425" spcFirstLastPara="1" rIns="91425" wrap="square" tIns="45700">
            <a:normAutofit/>
          </a:bodyPr>
          <a:lstStyle>
            <a:lvl1pPr indent="-228600" lvl="0" marL="457200" algn="l">
              <a:lnSpc>
                <a:spcPct val="100000"/>
              </a:lnSpc>
              <a:spcBef>
                <a:spcPts val="280"/>
              </a:spcBef>
              <a:spcAft>
                <a:spcPts val="0"/>
              </a:spcAft>
              <a:buSzPts val="1400"/>
              <a:buNone/>
              <a:defRPr sz="1400"/>
            </a:lvl1pPr>
            <a:lvl2pPr indent="-228600" lvl="1" marL="914400" algn="l">
              <a:lnSpc>
                <a:spcPct val="100000"/>
              </a:lnSpc>
              <a:spcBef>
                <a:spcPts val="600"/>
              </a:spcBef>
              <a:spcAft>
                <a:spcPts val="0"/>
              </a:spcAft>
              <a:buSzPts val="1200"/>
              <a:buNone/>
              <a:defRPr sz="1200"/>
            </a:lvl2pPr>
            <a:lvl3pPr indent="-228600" lvl="2" marL="1371600" algn="l">
              <a:lnSpc>
                <a:spcPct val="100000"/>
              </a:lnSpc>
              <a:spcBef>
                <a:spcPts val="600"/>
              </a:spcBef>
              <a:spcAft>
                <a:spcPts val="0"/>
              </a:spcAft>
              <a:buSzPts val="1000"/>
              <a:buNone/>
              <a:defRPr sz="1000"/>
            </a:lvl3pPr>
            <a:lvl4pPr indent="-228600" lvl="3" marL="1828800" algn="l">
              <a:lnSpc>
                <a:spcPct val="100000"/>
              </a:lnSpc>
              <a:spcBef>
                <a:spcPts val="600"/>
              </a:spcBef>
              <a:spcAft>
                <a:spcPts val="0"/>
              </a:spcAft>
              <a:buSzPts val="900"/>
              <a:buNone/>
              <a:defRPr sz="900"/>
            </a:lvl4pPr>
            <a:lvl5pPr indent="-228600" lvl="4" marL="2286000" algn="l">
              <a:lnSpc>
                <a:spcPct val="100000"/>
              </a:lnSpc>
              <a:spcBef>
                <a:spcPts val="600"/>
              </a:spcBef>
              <a:spcAft>
                <a:spcPts val="0"/>
              </a:spcAft>
              <a:buSzPts val="900"/>
              <a:buNone/>
              <a:defRPr sz="900"/>
            </a:lvl5pPr>
            <a:lvl6pPr indent="-228600" lvl="5" marL="2743200" algn="l">
              <a:lnSpc>
                <a:spcPct val="100000"/>
              </a:lnSpc>
              <a:spcBef>
                <a:spcPts val="600"/>
              </a:spcBef>
              <a:spcAft>
                <a:spcPts val="0"/>
              </a:spcAft>
              <a:buSzPts val="900"/>
              <a:buNone/>
              <a:defRPr sz="900"/>
            </a:lvl6pPr>
            <a:lvl7pPr indent="-228600" lvl="6" marL="3200400" algn="l">
              <a:lnSpc>
                <a:spcPct val="100000"/>
              </a:lnSpc>
              <a:spcBef>
                <a:spcPts val="600"/>
              </a:spcBef>
              <a:spcAft>
                <a:spcPts val="0"/>
              </a:spcAft>
              <a:buSzPts val="900"/>
              <a:buNone/>
              <a:defRPr sz="900"/>
            </a:lvl7pPr>
            <a:lvl8pPr indent="-228600" lvl="7" marL="3657600" algn="l">
              <a:lnSpc>
                <a:spcPct val="100000"/>
              </a:lnSpc>
              <a:spcBef>
                <a:spcPts val="600"/>
              </a:spcBef>
              <a:spcAft>
                <a:spcPts val="0"/>
              </a:spcAft>
              <a:buSzPts val="900"/>
              <a:buNone/>
              <a:defRPr sz="900"/>
            </a:lvl8pPr>
            <a:lvl9pPr indent="-228600" lvl="8" marL="4114800" algn="l">
              <a:lnSpc>
                <a:spcPct val="100000"/>
              </a:lnSpc>
              <a:spcBef>
                <a:spcPts val="600"/>
              </a:spcBef>
              <a:spcAft>
                <a:spcPts val="600"/>
              </a:spcAft>
              <a:buSzPts val="900"/>
              <a:buNone/>
              <a:defRPr sz="900"/>
            </a:lvl9pPr>
          </a:lstStyle>
          <a:p/>
        </p:txBody>
      </p:sp>
      <p:sp>
        <p:nvSpPr>
          <p:cNvPr id="69" name="Google Shape;69;p24"/>
          <p:cNvSpPr txBox="1"/>
          <p:nvPr>
            <p:ph idx="10" type="dt"/>
          </p:nvPr>
        </p:nvSpPr>
        <p:spPr>
          <a:xfrm>
            <a:off x="9334626" y="6041362"/>
            <a:ext cx="1343706"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1" type="ftr"/>
          </p:nvPr>
        </p:nvSpPr>
        <p:spPr>
          <a:xfrm>
            <a:off x="451514" y="6041362"/>
            <a:ext cx="864432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4"/>
          <p:cNvSpPr txBox="1"/>
          <p:nvPr>
            <p:ph idx="12" type="sldNum"/>
          </p:nvPr>
        </p:nvSpPr>
        <p:spPr>
          <a:xfrm>
            <a:off x="10678331" y="5915888"/>
            <a:ext cx="1062155" cy="490599"/>
          </a:xfrm>
          <a:prstGeom prst="rect">
            <a:avLst/>
          </a:prstGeom>
          <a:noFill/>
          <a:ln>
            <a:noFill/>
          </a:ln>
        </p:spPr>
        <p:txBody>
          <a:bodyPr anchorCtr="0" anchor="b" bIns="108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72" name="Shape 72"/>
        <p:cNvGrpSpPr/>
        <p:nvPr/>
      </p:nvGrpSpPr>
      <p:grpSpPr>
        <a:xfrm>
          <a:off x="0" y="0"/>
          <a:ext cx="0" cy="0"/>
          <a:chOff x="0" y="0"/>
          <a:chExt cx="0" cy="0"/>
        </a:xfrm>
      </p:grpSpPr>
      <p:sp>
        <p:nvSpPr>
          <p:cNvPr id="73" name="Google Shape;73;p25"/>
          <p:cNvSpPr txBox="1"/>
          <p:nvPr>
            <p:ph type="title"/>
          </p:nvPr>
        </p:nvSpPr>
        <p:spPr>
          <a:xfrm>
            <a:off x="814728" y="727522"/>
            <a:ext cx="4852988" cy="1617163"/>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rmAutofit/>
          </a:bodyPr>
          <a:lstStyle>
            <a:lvl1pPr lvl="0" algn="l">
              <a:lnSpc>
                <a:spcPct val="100000"/>
              </a:lnSpc>
              <a:spcBef>
                <a:spcPts val="0"/>
              </a:spcBef>
              <a:spcAft>
                <a:spcPts val="0"/>
              </a:spcAft>
              <a:buClr>
                <a:srgbClr val="FEFEFE"/>
              </a:buClr>
              <a:buSzPts val="2400"/>
              <a:buFont typeface="Century Gothic"/>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
          <p:cNvSpPr/>
          <p:nvPr>
            <p:ph idx="2" type="pic"/>
          </p:nvPr>
        </p:nvSpPr>
        <p:spPr>
          <a:xfrm>
            <a:off x="6098117" y="0"/>
            <a:ext cx="6093883" cy="6858000"/>
          </a:xfrm>
          <a:prstGeom prst="rect">
            <a:avLst/>
          </a:prstGeom>
          <a:noFill/>
          <a:ln cap="flat" cmpd="sng" w="9525">
            <a:solidFill>
              <a:schemeClr val="lt2"/>
            </a:solidFill>
            <a:prstDash val="solid"/>
            <a:round/>
            <a:headEnd len="sm" w="sm" type="none"/>
            <a:tailEnd len="sm" w="sm" type="none"/>
          </a:ln>
          <a:effectLst>
            <a:outerShdw blurRad="50800">
              <a:srgbClr val="000000">
                <a:alpha val="40000"/>
              </a:srgbClr>
            </a:outerShdw>
          </a:effectLst>
        </p:spPr>
      </p:sp>
      <p:sp>
        <p:nvSpPr>
          <p:cNvPr id="75" name="Google Shape;75;p25"/>
          <p:cNvSpPr txBox="1"/>
          <p:nvPr>
            <p:ph idx="1" type="body"/>
          </p:nvPr>
        </p:nvSpPr>
        <p:spPr>
          <a:xfrm>
            <a:off x="814728" y="2344684"/>
            <a:ext cx="4852988" cy="3516365"/>
          </a:xfrm>
          <a:prstGeom prst="rect">
            <a:avLst/>
          </a:prstGeom>
          <a:noFill/>
          <a:ln>
            <a:noFill/>
          </a:ln>
          <a:effectLst>
            <a:outerShdw blurRad="50800">
              <a:srgbClr val="000000">
                <a:alpha val="40000"/>
              </a:srgbClr>
            </a:outerShdw>
          </a:effectLst>
        </p:spPr>
        <p:txBody>
          <a:bodyPr anchorCtr="0" anchor="t" bIns="45700" lIns="91425" spcFirstLastPara="1" rIns="91425" wrap="square" tIns="45700">
            <a:normAutofit/>
          </a:bodyPr>
          <a:lstStyle>
            <a:lvl1pPr indent="-228600" lvl="0" marL="457200" algn="l">
              <a:lnSpc>
                <a:spcPct val="100000"/>
              </a:lnSpc>
              <a:spcBef>
                <a:spcPts val="240"/>
              </a:spcBef>
              <a:spcAft>
                <a:spcPts val="0"/>
              </a:spcAft>
              <a:buSzPts val="1200"/>
              <a:buNone/>
              <a:defRPr sz="1200"/>
            </a:lvl1pPr>
            <a:lvl2pPr indent="-228600" lvl="1" marL="914400" algn="l">
              <a:lnSpc>
                <a:spcPct val="100000"/>
              </a:lnSpc>
              <a:spcBef>
                <a:spcPts val="600"/>
              </a:spcBef>
              <a:spcAft>
                <a:spcPts val="0"/>
              </a:spcAft>
              <a:buSzPts val="1200"/>
              <a:buNone/>
              <a:defRPr sz="1200"/>
            </a:lvl2pPr>
            <a:lvl3pPr indent="-228600" lvl="2" marL="1371600" algn="l">
              <a:lnSpc>
                <a:spcPct val="100000"/>
              </a:lnSpc>
              <a:spcBef>
                <a:spcPts val="600"/>
              </a:spcBef>
              <a:spcAft>
                <a:spcPts val="0"/>
              </a:spcAft>
              <a:buSzPts val="1000"/>
              <a:buNone/>
              <a:defRPr sz="1000"/>
            </a:lvl3pPr>
            <a:lvl4pPr indent="-228600" lvl="3" marL="1828800" algn="l">
              <a:lnSpc>
                <a:spcPct val="100000"/>
              </a:lnSpc>
              <a:spcBef>
                <a:spcPts val="600"/>
              </a:spcBef>
              <a:spcAft>
                <a:spcPts val="0"/>
              </a:spcAft>
              <a:buSzPts val="900"/>
              <a:buNone/>
              <a:defRPr sz="900"/>
            </a:lvl4pPr>
            <a:lvl5pPr indent="-228600" lvl="4" marL="2286000" algn="l">
              <a:lnSpc>
                <a:spcPct val="100000"/>
              </a:lnSpc>
              <a:spcBef>
                <a:spcPts val="600"/>
              </a:spcBef>
              <a:spcAft>
                <a:spcPts val="0"/>
              </a:spcAft>
              <a:buSzPts val="900"/>
              <a:buNone/>
              <a:defRPr sz="900"/>
            </a:lvl5pPr>
            <a:lvl6pPr indent="-228600" lvl="5" marL="2743200" algn="l">
              <a:lnSpc>
                <a:spcPct val="100000"/>
              </a:lnSpc>
              <a:spcBef>
                <a:spcPts val="600"/>
              </a:spcBef>
              <a:spcAft>
                <a:spcPts val="0"/>
              </a:spcAft>
              <a:buSzPts val="900"/>
              <a:buNone/>
              <a:defRPr sz="900"/>
            </a:lvl6pPr>
            <a:lvl7pPr indent="-228600" lvl="6" marL="3200400" algn="l">
              <a:lnSpc>
                <a:spcPct val="100000"/>
              </a:lnSpc>
              <a:spcBef>
                <a:spcPts val="600"/>
              </a:spcBef>
              <a:spcAft>
                <a:spcPts val="0"/>
              </a:spcAft>
              <a:buSzPts val="900"/>
              <a:buNone/>
              <a:defRPr sz="900"/>
            </a:lvl7pPr>
            <a:lvl8pPr indent="-228600" lvl="7" marL="3657600" algn="l">
              <a:lnSpc>
                <a:spcPct val="100000"/>
              </a:lnSpc>
              <a:spcBef>
                <a:spcPts val="600"/>
              </a:spcBef>
              <a:spcAft>
                <a:spcPts val="0"/>
              </a:spcAft>
              <a:buSzPts val="900"/>
              <a:buNone/>
              <a:defRPr sz="900"/>
            </a:lvl8pPr>
            <a:lvl9pPr indent="-228600" lvl="8" marL="4114800" algn="l">
              <a:lnSpc>
                <a:spcPct val="100000"/>
              </a:lnSpc>
              <a:spcBef>
                <a:spcPts val="600"/>
              </a:spcBef>
              <a:spcAft>
                <a:spcPts val="600"/>
              </a:spcAft>
              <a:buSzPts val="900"/>
              <a:buNone/>
              <a:defRPr sz="900"/>
            </a:lvl9pPr>
          </a:lstStyle>
          <a:p/>
        </p:txBody>
      </p:sp>
      <p:sp>
        <p:nvSpPr>
          <p:cNvPr id="76" name="Google Shape;76;p25"/>
          <p:cNvSpPr txBox="1"/>
          <p:nvPr>
            <p:ph idx="10" type="dt"/>
          </p:nvPr>
        </p:nvSpPr>
        <p:spPr>
          <a:xfrm>
            <a:off x="3885810" y="6041362"/>
            <a:ext cx="976879"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
          <p:cNvSpPr txBox="1"/>
          <p:nvPr>
            <p:ph idx="11" type="ftr"/>
          </p:nvPr>
        </p:nvSpPr>
        <p:spPr>
          <a:xfrm>
            <a:off x="590396" y="6041362"/>
            <a:ext cx="3295413"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5"/>
          <p:cNvSpPr txBox="1"/>
          <p:nvPr>
            <p:ph idx="12" type="sldNum"/>
          </p:nvPr>
        </p:nvSpPr>
        <p:spPr>
          <a:xfrm>
            <a:off x="4862689" y="5915888"/>
            <a:ext cx="1062155" cy="490599"/>
          </a:xfrm>
          <a:prstGeom prst="rect">
            <a:avLst/>
          </a:prstGeom>
          <a:noFill/>
          <a:ln>
            <a:noFill/>
          </a:ln>
        </p:spPr>
        <p:txBody>
          <a:bodyPr anchorCtr="0" anchor="b" bIns="108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panoramique avec légende">
  <p:cSld name="Image panoramique avec légende">
    <p:spTree>
      <p:nvGrpSpPr>
        <p:cNvPr id="79" name="Shape 79"/>
        <p:cNvGrpSpPr/>
        <p:nvPr/>
      </p:nvGrpSpPr>
      <p:grpSpPr>
        <a:xfrm>
          <a:off x="0" y="0"/>
          <a:ext cx="0" cy="0"/>
          <a:chOff x="0" y="0"/>
          <a:chExt cx="0" cy="0"/>
        </a:xfrm>
      </p:grpSpPr>
      <p:sp>
        <p:nvSpPr>
          <p:cNvPr id="80" name="Google Shape;80;p26"/>
          <p:cNvSpPr txBox="1"/>
          <p:nvPr>
            <p:ph type="title"/>
          </p:nvPr>
        </p:nvSpPr>
        <p:spPr>
          <a:xfrm>
            <a:off x="810000" y="4800600"/>
            <a:ext cx="10561418" cy="566738"/>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rmAutofit/>
          </a:bodyPr>
          <a:lstStyle>
            <a:lvl1pPr lvl="0" algn="l">
              <a:lnSpc>
                <a:spcPct val="100000"/>
              </a:lnSpc>
              <a:spcBef>
                <a:spcPts val="0"/>
              </a:spcBef>
              <a:spcAft>
                <a:spcPts val="0"/>
              </a:spcAft>
              <a:buClr>
                <a:srgbClr val="FEFEFE"/>
              </a:buClr>
              <a:buSzPts val="2400"/>
              <a:buFont typeface="Century Gothic"/>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6"/>
          <p:cNvSpPr/>
          <p:nvPr>
            <p:ph idx="2" type="pic"/>
          </p:nvPr>
        </p:nvSpPr>
        <p:spPr>
          <a:xfrm>
            <a:off x="0" y="0"/>
            <a:ext cx="12192000" cy="4800600"/>
          </a:xfrm>
          <a:prstGeom prst="rect">
            <a:avLst/>
          </a:prstGeom>
          <a:noFill/>
          <a:ln cap="rnd" cmpd="sng" w="9525">
            <a:solidFill>
              <a:schemeClr val="lt2"/>
            </a:solidFill>
            <a:prstDash val="solid"/>
            <a:round/>
            <a:headEnd len="sm" w="sm" type="none"/>
            <a:tailEnd len="sm" w="sm" type="none"/>
          </a:ln>
          <a:effectLst>
            <a:outerShdw blurRad="50800">
              <a:srgbClr val="000000">
                <a:alpha val="40000"/>
              </a:srgbClr>
            </a:outerShdw>
          </a:effectLst>
        </p:spPr>
      </p:sp>
      <p:sp>
        <p:nvSpPr>
          <p:cNvPr id="82" name="Google Shape;82;p26"/>
          <p:cNvSpPr txBox="1"/>
          <p:nvPr>
            <p:ph idx="1" type="body"/>
          </p:nvPr>
        </p:nvSpPr>
        <p:spPr>
          <a:xfrm>
            <a:off x="810000" y="5367338"/>
            <a:ext cx="10561418" cy="493712"/>
          </a:xfrm>
          <a:prstGeom prst="rect">
            <a:avLst/>
          </a:prstGeom>
          <a:noFill/>
          <a:ln>
            <a:noFill/>
          </a:ln>
          <a:effectLst>
            <a:outerShdw blurRad="50800">
              <a:srgbClr val="000000">
                <a:alpha val="40000"/>
              </a:srgbClr>
            </a:outerShdw>
          </a:effectLst>
        </p:spPr>
        <p:txBody>
          <a:bodyPr anchorCtr="0" anchor="ctr" bIns="45700" lIns="91425" spcFirstLastPara="1" rIns="91425" wrap="square" tIns="45700">
            <a:normAutofit/>
          </a:bodyPr>
          <a:lstStyle>
            <a:lvl1pPr indent="-228600" lvl="0" marL="457200" algn="l">
              <a:lnSpc>
                <a:spcPct val="100000"/>
              </a:lnSpc>
              <a:spcBef>
                <a:spcPts val="240"/>
              </a:spcBef>
              <a:spcAft>
                <a:spcPts val="0"/>
              </a:spcAft>
              <a:buSzPts val="1200"/>
              <a:buNone/>
              <a:defRPr sz="1200"/>
            </a:lvl1pPr>
            <a:lvl2pPr indent="-228600" lvl="1" marL="914400" algn="l">
              <a:lnSpc>
                <a:spcPct val="100000"/>
              </a:lnSpc>
              <a:spcBef>
                <a:spcPts val="600"/>
              </a:spcBef>
              <a:spcAft>
                <a:spcPts val="0"/>
              </a:spcAft>
              <a:buSzPts val="1200"/>
              <a:buNone/>
              <a:defRPr sz="1200"/>
            </a:lvl2pPr>
            <a:lvl3pPr indent="-228600" lvl="2" marL="1371600" algn="l">
              <a:lnSpc>
                <a:spcPct val="100000"/>
              </a:lnSpc>
              <a:spcBef>
                <a:spcPts val="600"/>
              </a:spcBef>
              <a:spcAft>
                <a:spcPts val="0"/>
              </a:spcAft>
              <a:buSzPts val="1000"/>
              <a:buNone/>
              <a:defRPr sz="1000"/>
            </a:lvl3pPr>
            <a:lvl4pPr indent="-228600" lvl="3" marL="1828800" algn="l">
              <a:lnSpc>
                <a:spcPct val="100000"/>
              </a:lnSpc>
              <a:spcBef>
                <a:spcPts val="600"/>
              </a:spcBef>
              <a:spcAft>
                <a:spcPts val="0"/>
              </a:spcAft>
              <a:buSzPts val="900"/>
              <a:buNone/>
              <a:defRPr sz="900"/>
            </a:lvl4pPr>
            <a:lvl5pPr indent="-228600" lvl="4" marL="2286000" algn="l">
              <a:lnSpc>
                <a:spcPct val="100000"/>
              </a:lnSpc>
              <a:spcBef>
                <a:spcPts val="600"/>
              </a:spcBef>
              <a:spcAft>
                <a:spcPts val="0"/>
              </a:spcAft>
              <a:buSzPts val="900"/>
              <a:buNone/>
              <a:defRPr sz="900"/>
            </a:lvl5pPr>
            <a:lvl6pPr indent="-228600" lvl="5" marL="2743200" algn="l">
              <a:lnSpc>
                <a:spcPct val="100000"/>
              </a:lnSpc>
              <a:spcBef>
                <a:spcPts val="600"/>
              </a:spcBef>
              <a:spcAft>
                <a:spcPts val="0"/>
              </a:spcAft>
              <a:buSzPts val="900"/>
              <a:buNone/>
              <a:defRPr sz="900"/>
            </a:lvl6pPr>
            <a:lvl7pPr indent="-228600" lvl="6" marL="3200400" algn="l">
              <a:lnSpc>
                <a:spcPct val="100000"/>
              </a:lnSpc>
              <a:spcBef>
                <a:spcPts val="600"/>
              </a:spcBef>
              <a:spcAft>
                <a:spcPts val="0"/>
              </a:spcAft>
              <a:buSzPts val="900"/>
              <a:buNone/>
              <a:defRPr sz="900"/>
            </a:lvl7pPr>
            <a:lvl8pPr indent="-228600" lvl="7" marL="3657600" algn="l">
              <a:lnSpc>
                <a:spcPct val="100000"/>
              </a:lnSpc>
              <a:spcBef>
                <a:spcPts val="600"/>
              </a:spcBef>
              <a:spcAft>
                <a:spcPts val="0"/>
              </a:spcAft>
              <a:buSzPts val="900"/>
              <a:buNone/>
              <a:defRPr sz="900"/>
            </a:lvl8pPr>
            <a:lvl9pPr indent="-228600" lvl="8" marL="4114800" algn="l">
              <a:lnSpc>
                <a:spcPct val="100000"/>
              </a:lnSpc>
              <a:spcBef>
                <a:spcPts val="600"/>
              </a:spcBef>
              <a:spcAft>
                <a:spcPts val="600"/>
              </a:spcAft>
              <a:buSzPts val="900"/>
              <a:buNone/>
              <a:defRPr sz="900"/>
            </a:lvl9pPr>
          </a:lstStyle>
          <a:p/>
        </p:txBody>
      </p:sp>
      <p:sp>
        <p:nvSpPr>
          <p:cNvPr id="83" name="Google Shape;83;p26"/>
          <p:cNvSpPr txBox="1"/>
          <p:nvPr>
            <p:ph idx="10" type="dt"/>
          </p:nvPr>
        </p:nvSpPr>
        <p:spPr>
          <a:xfrm>
            <a:off x="9334626" y="6041362"/>
            <a:ext cx="1343706"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6"/>
          <p:cNvSpPr txBox="1"/>
          <p:nvPr>
            <p:ph idx="11" type="ftr"/>
          </p:nvPr>
        </p:nvSpPr>
        <p:spPr>
          <a:xfrm>
            <a:off x="451514" y="6041362"/>
            <a:ext cx="864432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6"/>
          <p:cNvSpPr txBox="1"/>
          <p:nvPr>
            <p:ph idx="12" type="sldNum"/>
          </p:nvPr>
        </p:nvSpPr>
        <p:spPr>
          <a:xfrm>
            <a:off x="10678331" y="5915888"/>
            <a:ext cx="1062155" cy="490599"/>
          </a:xfrm>
          <a:prstGeom prst="rect">
            <a:avLst/>
          </a:prstGeom>
          <a:noFill/>
          <a:ln>
            <a:noFill/>
          </a:ln>
        </p:spPr>
        <p:txBody>
          <a:bodyPr anchorCtr="0" anchor="b" bIns="108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tion avec légende">
  <p:cSld name="Citation avec légende">
    <p:spTree>
      <p:nvGrpSpPr>
        <p:cNvPr id="86" name="Shape 86"/>
        <p:cNvGrpSpPr/>
        <p:nvPr/>
      </p:nvGrpSpPr>
      <p:grpSpPr>
        <a:xfrm>
          <a:off x="0" y="0"/>
          <a:ext cx="0" cy="0"/>
          <a:chOff x="0" y="0"/>
          <a:chExt cx="0" cy="0"/>
        </a:xfrm>
      </p:grpSpPr>
      <p:sp>
        <p:nvSpPr>
          <p:cNvPr id="87" name="Google Shape;87;p27"/>
          <p:cNvSpPr/>
          <p:nvPr/>
        </p:nvSpPr>
        <p:spPr>
          <a:xfrm>
            <a:off x="631697" y="1081456"/>
            <a:ext cx="6332416" cy="3239188"/>
          </a:xfrm>
          <a:custGeom>
            <a:rect b="b" l="l" r="r" t="t"/>
            <a:pathLst>
              <a:path extrusionOk="0" h="2308" w="3384">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algn="tl" flip="none" tx="0" sx="100000" ty="0" sy="100000"/>
          </a:blipFill>
          <a:ln cap="rnd" cmpd="sng" w="9525">
            <a:solidFill>
              <a:schemeClr val="accent1"/>
            </a:solidFill>
            <a:prstDash val="solid"/>
            <a:round/>
            <a:headEnd len="sm" w="sm" type="none"/>
            <a:tailEnd len="sm" w="sm" type="none"/>
          </a:ln>
        </p:spPr>
      </p:sp>
      <p:sp>
        <p:nvSpPr>
          <p:cNvPr id="88" name="Google Shape;88;p27"/>
          <p:cNvSpPr txBox="1"/>
          <p:nvPr>
            <p:ph type="title"/>
          </p:nvPr>
        </p:nvSpPr>
        <p:spPr>
          <a:xfrm>
            <a:off x="850985" y="1238502"/>
            <a:ext cx="5893840" cy="2645912"/>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lvl1pPr lvl="0" algn="l">
              <a:lnSpc>
                <a:spcPct val="100000"/>
              </a:lnSpc>
              <a:spcBef>
                <a:spcPts val="0"/>
              </a:spcBef>
              <a:spcAft>
                <a:spcPts val="0"/>
              </a:spcAft>
              <a:buClr>
                <a:srgbClr val="FEFEFE"/>
              </a:buClr>
              <a:buSzPts val="4200"/>
              <a:buFont typeface="Century Gothic"/>
              <a:buNone/>
              <a:defRPr b="1" sz="4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27"/>
          <p:cNvSpPr txBox="1"/>
          <p:nvPr>
            <p:ph idx="1" type="body"/>
          </p:nvPr>
        </p:nvSpPr>
        <p:spPr>
          <a:xfrm>
            <a:off x="853190" y="4443680"/>
            <a:ext cx="5891636" cy="713241"/>
          </a:xfrm>
          <a:prstGeom prst="rect">
            <a:avLst/>
          </a:prstGeom>
          <a:noFill/>
          <a:ln>
            <a:noFill/>
          </a:ln>
          <a:effectLst>
            <a:outerShdw blurRad="50800">
              <a:srgbClr val="000000">
                <a:alpha val="40000"/>
              </a:srgbClr>
            </a:outerShdw>
          </a:effectLst>
        </p:spPr>
        <p:txBody>
          <a:bodyPr anchorCtr="0" anchor="t" bIns="45700" lIns="91425" spcFirstLastPara="1" rIns="91425" wrap="square" tIns="45700">
            <a:noAutofit/>
          </a:bodyPr>
          <a:lstStyle>
            <a:lvl1pPr indent="-228600" lvl="0" marL="457200" algn="l">
              <a:lnSpc>
                <a:spcPct val="100000"/>
              </a:lnSpc>
              <a:spcBef>
                <a:spcPts val="360"/>
              </a:spcBef>
              <a:spcAft>
                <a:spcPts val="0"/>
              </a:spcAft>
              <a:buSzPts val="1800"/>
              <a:buNone/>
              <a:defRPr sz="1800">
                <a:solidFill>
                  <a:schemeClr val="lt1"/>
                </a:solidFill>
              </a:defRPr>
            </a:lvl1pPr>
            <a:lvl2pPr indent="-228600" lvl="1" marL="914400" algn="l">
              <a:lnSpc>
                <a:spcPct val="100000"/>
              </a:lnSpc>
              <a:spcBef>
                <a:spcPts val="600"/>
              </a:spcBef>
              <a:spcAft>
                <a:spcPts val="0"/>
              </a:spcAft>
              <a:buSzPts val="1800"/>
              <a:buNone/>
              <a:defRPr sz="1800">
                <a:solidFill>
                  <a:schemeClr val="lt1"/>
                </a:solidFill>
              </a:defRPr>
            </a:lvl2pPr>
            <a:lvl3pPr indent="-228600" lvl="2" marL="1371600" algn="l">
              <a:lnSpc>
                <a:spcPct val="100000"/>
              </a:lnSpc>
              <a:spcBef>
                <a:spcPts val="600"/>
              </a:spcBef>
              <a:spcAft>
                <a:spcPts val="0"/>
              </a:spcAft>
              <a:buSzPts val="1600"/>
              <a:buNone/>
              <a:defRPr sz="1600">
                <a:solidFill>
                  <a:schemeClr val="lt1"/>
                </a:solidFill>
              </a:defRPr>
            </a:lvl3pPr>
            <a:lvl4pPr indent="-228600" lvl="3" marL="1828800" algn="l">
              <a:lnSpc>
                <a:spcPct val="100000"/>
              </a:lnSpc>
              <a:spcBef>
                <a:spcPts val="600"/>
              </a:spcBef>
              <a:spcAft>
                <a:spcPts val="0"/>
              </a:spcAft>
              <a:buSzPts val="1400"/>
              <a:buNone/>
              <a:defRPr sz="1400">
                <a:solidFill>
                  <a:schemeClr val="lt1"/>
                </a:solidFill>
              </a:defRPr>
            </a:lvl4pPr>
            <a:lvl5pPr indent="-228600" lvl="4" marL="2286000" algn="l">
              <a:lnSpc>
                <a:spcPct val="100000"/>
              </a:lnSpc>
              <a:spcBef>
                <a:spcPts val="600"/>
              </a:spcBef>
              <a:spcAft>
                <a:spcPts val="0"/>
              </a:spcAft>
              <a:buSzPts val="1400"/>
              <a:buNone/>
              <a:defRPr sz="1400">
                <a:solidFill>
                  <a:schemeClr val="lt1"/>
                </a:solidFill>
              </a:defRPr>
            </a:lvl5pPr>
            <a:lvl6pPr indent="-228600" lvl="5" marL="2743200" algn="l">
              <a:lnSpc>
                <a:spcPct val="100000"/>
              </a:lnSpc>
              <a:spcBef>
                <a:spcPts val="600"/>
              </a:spcBef>
              <a:spcAft>
                <a:spcPts val="0"/>
              </a:spcAft>
              <a:buSzPts val="1400"/>
              <a:buNone/>
              <a:defRPr sz="1400">
                <a:solidFill>
                  <a:schemeClr val="lt1"/>
                </a:solidFill>
              </a:defRPr>
            </a:lvl6pPr>
            <a:lvl7pPr indent="-228600" lvl="6" marL="3200400" algn="l">
              <a:lnSpc>
                <a:spcPct val="100000"/>
              </a:lnSpc>
              <a:spcBef>
                <a:spcPts val="600"/>
              </a:spcBef>
              <a:spcAft>
                <a:spcPts val="0"/>
              </a:spcAft>
              <a:buSzPts val="1400"/>
              <a:buNone/>
              <a:defRPr sz="1400">
                <a:solidFill>
                  <a:schemeClr val="lt1"/>
                </a:solidFill>
              </a:defRPr>
            </a:lvl7pPr>
            <a:lvl8pPr indent="-228600" lvl="7" marL="3657600" algn="l">
              <a:lnSpc>
                <a:spcPct val="100000"/>
              </a:lnSpc>
              <a:spcBef>
                <a:spcPts val="600"/>
              </a:spcBef>
              <a:spcAft>
                <a:spcPts val="0"/>
              </a:spcAft>
              <a:buSzPts val="1400"/>
              <a:buNone/>
              <a:defRPr sz="1400">
                <a:solidFill>
                  <a:schemeClr val="lt1"/>
                </a:solidFill>
              </a:defRPr>
            </a:lvl8pPr>
            <a:lvl9pPr indent="-228600" lvl="8" marL="4114800" algn="l">
              <a:lnSpc>
                <a:spcPct val="100000"/>
              </a:lnSpc>
              <a:spcBef>
                <a:spcPts val="600"/>
              </a:spcBef>
              <a:spcAft>
                <a:spcPts val="600"/>
              </a:spcAft>
              <a:buSzPts val="1400"/>
              <a:buNone/>
              <a:defRPr sz="1400">
                <a:solidFill>
                  <a:schemeClr val="lt1"/>
                </a:solidFill>
              </a:defRPr>
            </a:lvl9pPr>
          </a:lstStyle>
          <a:p/>
        </p:txBody>
      </p:sp>
      <p:sp>
        <p:nvSpPr>
          <p:cNvPr id="90" name="Google Shape;90;p27"/>
          <p:cNvSpPr txBox="1"/>
          <p:nvPr>
            <p:ph idx="2" type="body"/>
          </p:nvPr>
        </p:nvSpPr>
        <p:spPr>
          <a:xfrm>
            <a:off x="7574642" y="1081456"/>
            <a:ext cx="3810001" cy="4075465"/>
          </a:xfrm>
          <a:prstGeom prst="rect">
            <a:avLst/>
          </a:prstGeom>
          <a:noFill/>
          <a:ln>
            <a:noFill/>
          </a:ln>
          <a:effectLst>
            <a:outerShdw blurRad="50800">
              <a:srgbClr val="000000">
                <a:alpha val="40000"/>
              </a:srgbClr>
            </a:outerShdw>
          </a:effectLst>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Font typeface="Century Gothic"/>
              <a:buNone/>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600"/>
              </a:spcAft>
              <a:buSzPts val="1800"/>
              <a:buChar char="?"/>
              <a:defRPr/>
            </a:lvl9pPr>
          </a:lstStyle>
          <a:p/>
        </p:txBody>
      </p:sp>
      <p:sp>
        <p:nvSpPr>
          <p:cNvPr id="91" name="Google Shape;91;p27"/>
          <p:cNvSpPr txBox="1"/>
          <p:nvPr>
            <p:ph idx="10" type="dt"/>
          </p:nvPr>
        </p:nvSpPr>
        <p:spPr>
          <a:xfrm>
            <a:off x="9334626" y="6041362"/>
            <a:ext cx="1343706"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7"/>
          <p:cNvSpPr txBox="1"/>
          <p:nvPr>
            <p:ph idx="11" type="ftr"/>
          </p:nvPr>
        </p:nvSpPr>
        <p:spPr>
          <a:xfrm>
            <a:off x="451514" y="6041362"/>
            <a:ext cx="864432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27"/>
          <p:cNvSpPr txBox="1"/>
          <p:nvPr>
            <p:ph idx="12" type="sldNum"/>
          </p:nvPr>
        </p:nvSpPr>
        <p:spPr>
          <a:xfrm>
            <a:off x="10678331" y="5915888"/>
            <a:ext cx="1062155" cy="490599"/>
          </a:xfrm>
          <a:prstGeom prst="rect">
            <a:avLst/>
          </a:prstGeom>
          <a:noFill/>
          <a:ln>
            <a:noFill/>
          </a:ln>
        </p:spPr>
        <p:txBody>
          <a:bodyPr anchorCtr="0" anchor="b" bIns="108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te de nom">
  <p:cSld name="Carte de nom">
    <p:spTree>
      <p:nvGrpSpPr>
        <p:cNvPr id="94" name="Shape 94"/>
        <p:cNvGrpSpPr/>
        <p:nvPr/>
      </p:nvGrpSpPr>
      <p:grpSpPr>
        <a:xfrm>
          <a:off x="0" y="0"/>
          <a:ext cx="0" cy="0"/>
          <a:chOff x="0" y="0"/>
          <a:chExt cx="0" cy="0"/>
        </a:xfrm>
      </p:grpSpPr>
      <p:sp>
        <p:nvSpPr>
          <p:cNvPr id="95" name="Google Shape;95;p28"/>
          <p:cNvSpPr/>
          <p:nvPr/>
        </p:nvSpPr>
        <p:spPr>
          <a:xfrm>
            <a:off x="1140884" y="2286585"/>
            <a:ext cx="4895115" cy="2503972"/>
          </a:xfrm>
          <a:custGeom>
            <a:rect b="b" l="l" r="r" t="t"/>
            <a:pathLst>
              <a:path extrusionOk="0" h="2308" w="3384">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algn="tl" flip="none" tx="0" sx="100000" ty="0" sy="100000"/>
          </a:blipFill>
          <a:ln cap="rnd" cmpd="sng" w="9525">
            <a:solidFill>
              <a:schemeClr val="accent1"/>
            </a:solidFill>
            <a:prstDash val="solid"/>
            <a:round/>
            <a:headEnd len="sm" w="sm" type="none"/>
            <a:tailEnd len="sm" w="sm" type="none"/>
          </a:ln>
        </p:spPr>
      </p:sp>
      <p:sp>
        <p:nvSpPr>
          <p:cNvPr id="96" name="Google Shape;96;p28"/>
          <p:cNvSpPr txBox="1"/>
          <p:nvPr>
            <p:ph type="title"/>
          </p:nvPr>
        </p:nvSpPr>
        <p:spPr>
          <a:xfrm>
            <a:off x="1357089" y="2435957"/>
            <a:ext cx="4382521" cy="2007789"/>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lvl1pPr lvl="0" algn="l">
              <a:lnSpc>
                <a:spcPct val="100000"/>
              </a:lnSpc>
              <a:spcBef>
                <a:spcPts val="0"/>
              </a:spcBef>
              <a:spcAft>
                <a:spcPts val="0"/>
              </a:spcAft>
              <a:buClr>
                <a:srgbClr val="FEFEFE"/>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28"/>
          <p:cNvSpPr txBox="1"/>
          <p:nvPr>
            <p:ph idx="1" type="body"/>
          </p:nvPr>
        </p:nvSpPr>
        <p:spPr>
          <a:xfrm>
            <a:off x="6156000" y="2286000"/>
            <a:ext cx="4880300" cy="2295525"/>
          </a:xfrm>
          <a:prstGeom prst="rect">
            <a:avLst/>
          </a:prstGeom>
          <a:noFill/>
          <a:ln>
            <a:noFill/>
          </a:ln>
          <a:effectLst>
            <a:outerShdw blurRad="50800">
              <a:srgbClr val="000000">
                <a:alpha val="40000"/>
              </a:srgbClr>
            </a:outerShdw>
          </a:effectLst>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800"/>
              <a:buFont typeface="Century Gothic"/>
              <a:buNone/>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600"/>
              </a:spcAft>
              <a:buSzPts val="1800"/>
              <a:buChar char="?"/>
              <a:defRPr/>
            </a:lvl9pPr>
          </a:lstStyle>
          <a:p/>
        </p:txBody>
      </p:sp>
      <p:sp>
        <p:nvSpPr>
          <p:cNvPr id="98" name="Google Shape;98;p28"/>
          <p:cNvSpPr txBox="1"/>
          <p:nvPr>
            <p:ph idx="10" type="dt"/>
          </p:nvPr>
        </p:nvSpPr>
        <p:spPr>
          <a:xfrm>
            <a:off x="9334626" y="6041362"/>
            <a:ext cx="1343706"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28"/>
          <p:cNvSpPr txBox="1"/>
          <p:nvPr>
            <p:ph idx="11" type="ftr"/>
          </p:nvPr>
        </p:nvSpPr>
        <p:spPr>
          <a:xfrm>
            <a:off x="451514" y="6041362"/>
            <a:ext cx="864432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28"/>
          <p:cNvSpPr txBox="1"/>
          <p:nvPr>
            <p:ph idx="12" type="sldNum"/>
          </p:nvPr>
        </p:nvSpPr>
        <p:spPr>
          <a:xfrm>
            <a:off x="10678331" y="5915888"/>
            <a:ext cx="1062155" cy="490599"/>
          </a:xfrm>
          <a:prstGeom prst="rect">
            <a:avLst/>
          </a:prstGeom>
          <a:noFill/>
          <a:ln>
            <a:noFill/>
          </a:ln>
        </p:spPr>
        <p:txBody>
          <a:bodyPr anchorCtr="0" anchor="b" bIns="108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101" name="Shape 101"/>
        <p:cNvGrpSpPr/>
        <p:nvPr/>
      </p:nvGrpSpPr>
      <p:grpSpPr>
        <a:xfrm>
          <a:off x="0" y="0"/>
          <a:ext cx="0" cy="0"/>
          <a:chOff x="0" y="0"/>
          <a:chExt cx="0" cy="0"/>
        </a:xfrm>
      </p:grpSpPr>
      <p:sp>
        <p:nvSpPr>
          <p:cNvPr id="102" name="Google Shape;102;p29"/>
          <p:cNvSpPr/>
          <p:nvPr/>
        </p:nvSpPr>
        <p:spPr>
          <a:xfrm>
            <a:off x="0" y="0"/>
            <a:ext cx="12192000" cy="2185988"/>
          </a:xfrm>
          <a:custGeom>
            <a:rect b="b" l="l" r="r" t="t"/>
            <a:pathLst>
              <a:path extrusionOk="0" h="1377" w="576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algn="tl" flip="none" tx="0" sx="100000" ty="0" sy="100000"/>
          </a:blipFill>
          <a:ln cap="rnd" cmpd="sng" w="9525">
            <a:solidFill>
              <a:schemeClr val="accent1"/>
            </a:solidFill>
            <a:prstDash val="solid"/>
            <a:round/>
            <a:headEnd len="sm" w="sm" type="none"/>
            <a:tailEnd len="sm" w="sm" type="none"/>
          </a:ln>
        </p:spPr>
      </p:sp>
      <p:sp>
        <p:nvSpPr>
          <p:cNvPr id="103" name="Google Shape;103;p29"/>
          <p:cNvSpPr txBox="1"/>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29"/>
          <p:cNvSpPr txBox="1"/>
          <p:nvPr>
            <p:ph idx="1" type="body"/>
          </p:nvPr>
        </p:nvSpPr>
        <p:spPr>
          <a:xfrm rot="5400000">
            <a:off x="4254444" y="-1260043"/>
            <a:ext cx="3674397" cy="10563285"/>
          </a:xfrm>
          <a:prstGeom prst="rect">
            <a:avLst/>
          </a:prstGeom>
          <a:noFill/>
          <a:ln>
            <a:noFill/>
          </a:ln>
          <a:effectLst>
            <a:outerShdw blurRad="50800">
              <a:srgbClr val="000000">
                <a:alpha val="40000"/>
              </a:srgbClr>
            </a:outerShdw>
          </a:effectLst>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600"/>
              </a:spcAft>
              <a:buSzPts val="1800"/>
              <a:buChar char="?"/>
              <a:defRPr/>
            </a:lvl9pPr>
          </a:lstStyle>
          <a:p/>
        </p:txBody>
      </p:sp>
      <p:sp>
        <p:nvSpPr>
          <p:cNvPr id="105" name="Google Shape;105;p29"/>
          <p:cNvSpPr txBox="1"/>
          <p:nvPr>
            <p:ph idx="10" type="dt"/>
          </p:nvPr>
        </p:nvSpPr>
        <p:spPr>
          <a:xfrm>
            <a:off x="9334626" y="6041362"/>
            <a:ext cx="1343706"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29"/>
          <p:cNvSpPr txBox="1"/>
          <p:nvPr>
            <p:ph idx="11" type="ftr"/>
          </p:nvPr>
        </p:nvSpPr>
        <p:spPr>
          <a:xfrm>
            <a:off x="451514" y="6041362"/>
            <a:ext cx="864432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29"/>
          <p:cNvSpPr txBox="1"/>
          <p:nvPr>
            <p:ph idx="12" type="sldNum"/>
          </p:nvPr>
        </p:nvSpPr>
        <p:spPr>
          <a:xfrm>
            <a:off x="10678331" y="5915888"/>
            <a:ext cx="1062155" cy="490599"/>
          </a:xfrm>
          <a:prstGeom prst="rect">
            <a:avLst/>
          </a:prstGeom>
          <a:noFill/>
          <a:ln>
            <a:noFill/>
          </a:ln>
        </p:spPr>
        <p:txBody>
          <a:bodyPr anchorCtr="0" anchor="b" bIns="108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108" name="Shape 108"/>
        <p:cNvGrpSpPr/>
        <p:nvPr/>
      </p:nvGrpSpPr>
      <p:grpSpPr>
        <a:xfrm>
          <a:off x="0" y="0"/>
          <a:ext cx="0" cy="0"/>
          <a:chOff x="0" y="0"/>
          <a:chExt cx="0" cy="0"/>
        </a:xfrm>
      </p:grpSpPr>
      <p:sp>
        <p:nvSpPr>
          <p:cNvPr id="109" name="Google Shape;109;p30"/>
          <p:cNvSpPr/>
          <p:nvPr/>
        </p:nvSpPr>
        <p:spPr>
          <a:xfrm>
            <a:off x="7669651" y="446089"/>
            <a:ext cx="4522349" cy="5414962"/>
          </a:xfrm>
          <a:custGeom>
            <a:rect b="b" l="l" r="r" t="t"/>
            <a:pathLst>
              <a:path extrusionOk="0" h="4320" w="2879">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blipFill rotWithShape="1">
            <a:blip r:embed="rId2">
              <a:alphaModFix/>
            </a:blip>
            <a:tile algn="tl" flip="none" tx="0" sx="100000" ty="0" sy="100000"/>
          </a:blipFill>
          <a:ln cap="rnd" cmpd="sng" w="9525">
            <a:solidFill>
              <a:schemeClr val="accent1"/>
            </a:solidFill>
            <a:prstDash val="solid"/>
            <a:round/>
            <a:headEnd len="sm" w="sm" type="none"/>
            <a:tailEnd len="sm" w="sm" type="none"/>
          </a:ln>
        </p:spPr>
      </p:sp>
      <p:sp>
        <p:nvSpPr>
          <p:cNvPr id="110" name="Google Shape;110;p30"/>
          <p:cNvSpPr txBox="1"/>
          <p:nvPr>
            <p:ph type="title"/>
          </p:nvPr>
        </p:nvSpPr>
        <p:spPr>
          <a:xfrm rot="5400000">
            <a:off x="6863536" y="1906175"/>
            <a:ext cx="5134798" cy="2494791"/>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30"/>
          <p:cNvSpPr txBox="1"/>
          <p:nvPr>
            <p:ph idx="1" type="body"/>
          </p:nvPr>
        </p:nvSpPr>
        <p:spPr>
          <a:xfrm rot="5400000">
            <a:off x="1408290" y="-152200"/>
            <a:ext cx="5414962" cy="6611540"/>
          </a:xfrm>
          <a:prstGeom prst="rect">
            <a:avLst/>
          </a:prstGeom>
          <a:noFill/>
          <a:ln>
            <a:noFill/>
          </a:ln>
          <a:effectLst>
            <a:outerShdw blurRad="50800">
              <a:srgbClr val="000000">
                <a:alpha val="40000"/>
              </a:srgbClr>
            </a:outerShdw>
          </a:effectLst>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600"/>
              </a:spcAft>
              <a:buSzPts val="1800"/>
              <a:buChar char="?"/>
              <a:defRPr/>
            </a:lvl9pPr>
          </a:lstStyle>
          <a:p/>
        </p:txBody>
      </p:sp>
      <p:sp>
        <p:nvSpPr>
          <p:cNvPr id="112" name="Google Shape;112;p30"/>
          <p:cNvSpPr txBox="1"/>
          <p:nvPr>
            <p:ph idx="10" type="dt"/>
          </p:nvPr>
        </p:nvSpPr>
        <p:spPr>
          <a:xfrm>
            <a:off x="9334626" y="6041362"/>
            <a:ext cx="1343706" cy="365125"/>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30"/>
          <p:cNvSpPr txBox="1"/>
          <p:nvPr>
            <p:ph idx="11" type="ftr"/>
          </p:nvPr>
        </p:nvSpPr>
        <p:spPr>
          <a:xfrm>
            <a:off x="451514" y="6041362"/>
            <a:ext cx="864432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30"/>
          <p:cNvSpPr txBox="1"/>
          <p:nvPr>
            <p:ph idx="12" type="sldNum"/>
          </p:nvPr>
        </p:nvSpPr>
        <p:spPr>
          <a:xfrm>
            <a:off x="10678331" y="5915888"/>
            <a:ext cx="1062155" cy="490599"/>
          </a:xfrm>
          <a:prstGeom prst="rect">
            <a:avLst/>
          </a:prstGeom>
          <a:noFill/>
          <a:ln>
            <a:noFill/>
          </a:ln>
        </p:spPr>
        <p:txBody>
          <a:bodyPr anchorCtr="0" anchor="b" bIns="108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FEFEFE"/>
              </a:buClr>
              <a:buSzPts val="4000"/>
              <a:buFont typeface="Century Gothic"/>
              <a:buNone/>
              <a:defRPr b="1" i="0" sz="4000" u="none" cap="none" strike="noStrike">
                <a:solidFill>
                  <a:srgbClr val="FEFEFE"/>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9pPr>
          </a:lstStyle>
          <a:p/>
        </p:txBody>
      </p:sp>
      <p:sp>
        <p:nvSpPr>
          <p:cNvPr id="11" name="Google Shape;11;p16"/>
          <p:cNvSpPr txBox="1"/>
          <p:nvPr>
            <p:ph idx="1" type="body"/>
          </p:nvPr>
        </p:nvSpPr>
        <p:spPr>
          <a:xfrm>
            <a:off x="810000" y="2184401"/>
            <a:ext cx="10563285" cy="3674397"/>
          </a:xfrm>
          <a:prstGeom prst="rect">
            <a:avLst/>
          </a:prstGeom>
          <a:noFill/>
          <a:ln>
            <a:noFill/>
          </a:ln>
          <a:effectLst>
            <a:outerShdw blurRad="50800">
              <a:srgbClr val="000000">
                <a:alpha val="40000"/>
              </a:srgbClr>
            </a:outerShdw>
          </a:effectLst>
        </p:spPr>
        <p:txBody>
          <a:bodyPr anchorCtr="0" anchor="ctr" bIns="45700" lIns="91425" spcFirstLastPara="1" rIns="91425" wrap="square" tIns="45700">
            <a:normAutofit/>
          </a:bodyPr>
          <a:lstStyle>
            <a:lvl1pPr indent="-342900" lvl="0" marL="457200" marR="0" rtl="0" algn="l">
              <a:lnSpc>
                <a:spcPct val="100000"/>
              </a:lnSpc>
              <a:spcBef>
                <a:spcPts val="360"/>
              </a:spcBef>
              <a:spcAft>
                <a:spcPts val="0"/>
              </a:spcAft>
              <a:buClr>
                <a:schemeClr val="accent1"/>
              </a:buClr>
              <a:buSzPts val="1800"/>
              <a:buFont typeface="Noto Sans Symbols"/>
              <a:buChar char="🞆"/>
              <a:defRPr b="0" i="0" sz="1800" u="none" cap="none" strike="noStrike">
                <a:solidFill>
                  <a:schemeClr val="lt1"/>
                </a:solidFill>
                <a:latin typeface="Century Gothic"/>
                <a:ea typeface="Century Gothic"/>
                <a:cs typeface="Century Gothic"/>
                <a:sym typeface="Century Gothic"/>
              </a:defRPr>
            </a:lvl1pPr>
            <a:lvl2pPr indent="-330200" lvl="1" marL="914400" marR="0" rtl="0" algn="l">
              <a:lnSpc>
                <a:spcPct val="100000"/>
              </a:lnSpc>
              <a:spcBef>
                <a:spcPts val="600"/>
              </a:spcBef>
              <a:spcAft>
                <a:spcPts val="0"/>
              </a:spcAft>
              <a:buClr>
                <a:schemeClr val="accent1"/>
              </a:buClr>
              <a:buSzPts val="1600"/>
              <a:buFont typeface="Noto Sans Symbols"/>
              <a:buChar char="🞆"/>
              <a:defRPr b="0" i="0" sz="1600" u="none" cap="none" strike="noStrike">
                <a:solidFill>
                  <a:schemeClr val="lt1"/>
                </a:solidFill>
                <a:latin typeface="Century Gothic"/>
                <a:ea typeface="Century Gothic"/>
                <a:cs typeface="Century Gothic"/>
                <a:sym typeface="Century Gothic"/>
              </a:defRPr>
            </a:lvl2pPr>
            <a:lvl3pPr indent="-317500" lvl="2" marL="1371600" marR="0" rtl="0" algn="l">
              <a:lnSpc>
                <a:spcPct val="100000"/>
              </a:lnSpc>
              <a:spcBef>
                <a:spcPts val="600"/>
              </a:spcBef>
              <a:spcAft>
                <a:spcPts val="0"/>
              </a:spcAft>
              <a:buClr>
                <a:schemeClr val="accent1"/>
              </a:buClr>
              <a:buSzPts val="1400"/>
              <a:buFont typeface="Noto Sans Symbols"/>
              <a:buChar char="🞆"/>
              <a:defRPr b="0" i="0" sz="1400" u="none" cap="none" strike="noStrike">
                <a:solidFill>
                  <a:schemeClr val="lt1"/>
                </a:solidFill>
                <a:latin typeface="Century Gothic"/>
                <a:ea typeface="Century Gothic"/>
                <a:cs typeface="Century Gothic"/>
                <a:sym typeface="Century Gothic"/>
              </a:defRPr>
            </a:lvl3pPr>
            <a:lvl4pPr indent="-304800" lvl="3" marL="1828800" marR="0" rtl="0" algn="l">
              <a:lnSpc>
                <a:spcPct val="100000"/>
              </a:lnSpc>
              <a:spcBef>
                <a:spcPts val="600"/>
              </a:spcBef>
              <a:spcAft>
                <a:spcPts val="0"/>
              </a:spcAft>
              <a:buClr>
                <a:schemeClr val="accent1"/>
              </a:buClr>
              <a:buSzPts val="1200"/>
              <a:buFont typeface="Noto Sans Symbols"/>
              <a:buChar char="🞆"/>
              <a:defRPr b="0" i="0" sz="1200" u="none" cap="none" strike="noStrike">
                <a:solidFill>
                  <a:schemeClr val="lt1"/>
                </a:solidFill>
                <a:latin typeface="Century Gothic"/>
                <a:ea typeface="Century Gothic"/>
                <a:cs typeface="Century Gothic"/>
                <a:sym typeface="Century Gothic"/>
              </a:defRPr>
            </a:lvl4pPr>
            <a:lvl5pPr indent="-304800" lvl="4" marL="2286000" marR="0" rtl="0" algn="l">
              <a:lnSpc>
                <a:spcPct val="100000"/>
              </a:lnSpc>
              <a:spcBef>
                <a:spcPts val="600"/>
              </a:spcBef>
              <a:spcAft>
                <a:spcPts val="0"/>
              </a:spcAft>
              <a:buClr>
                <a:schemeClr val="accent1"/>
              </a:buClr>
              <a:buSzPts val="1200"/>
              <a:buFont typeface="Noto Sans Symbols"/>
              <a:buChar char="🞆"/>
              <a:defRPr b="0" i="0" sz="1200" u="none" cap="none" strike="noStrike">
                <a:solidFill>
                  <a:schemeClr val="lt1"/>
                </a:solidFill>
                <a:latin typeface="Century Gothic"/>
                <a:ea typeface="Century Gothic"/>
                <a:cs typeface="Century Gothic"/>
                <a:sym typeface="Century Gothic"/>
              </a:defRPr>
            </a:lvl5pPr>
            <a:lvl6pPr indent="-304800" lvl="5" marL="2743200" marR="0" rtl="0" algn="l">
              <a:lnSpc>
                <a:spcPct val="100000"/>
              </a:lnSpc>
              <a:spcBef>
                <a:spcPts val="600"/>
              </a:spcBef>
              <a:spcAft>
                <a:spcPts val="0"/>
              </a:spcAft>
              <a:buClr>
                <a:schemeClr val="accent1"/>
              </a:buClr>
              <a:buSzPts val="1200"/>
              <a:buFont typeface="Noto Sans Symbols"/>
              <a:buChar char="🞆"/>
              <a:defRPr b="0" i="0" sz="1200" u="none" cap="none" strike="noStrike">
                <a:solidFill>
                  <a:schemeClr val="lt1"/>
                </a:solidFill>
                <a:latin typeface="Century Gothic"/>
                <a:ea typeface="Century Gothic"/>
                <a:cs typeface="Century Gothic"/>
                <a:sym typeface="Century Gothic"/>
              </a:defRPr>
            </a:lvl6pPr>
            <a:lvl7pPr indent="-304800" lvl="6" marL="3200400" marR="0" rtl="0" algn="l">
              <a:lnSpc>
                <a:spcPct val="100000"/>
              </a:lnSpc>
              <a:spcBef>
                <a:spcPts val="600"/>
              </a:spcBef>
              <a:spcAft>
                <a:spcPts val="0"/>
              </a:spcAft>
              <a:buClr>
                <a:schemeClr val="accent1"/>
              </a:buClr>
              <a:buSzPts val="1200"/>
              <a:buFont typeface="Noto Sans Symbols"/>
              <a:buChar char="🞆"/>
              <a:defRPr b="0" i="0" sz="1200" u="none" cap="none" strike="noStrike">
                <a:solidFill>
                  <a:schemeClr val="lt1"/>
                </a:solidFill>
                <a:latin typeface="Century Gothic"/>
                <a:ea typeface="Century Gothic"/>
                <a:cs typeface="Century Gothic"/>
                <a:sym typeface="Century Gothic"/>
              </a:defRPr>
            </a:lvl7pPr>
            <a:lvl8pPr indent="-304800" lvl="7" marL="3657600" marR="0" rtl="0" algn="l">
              <a:lnSpc>
                <a:spcPct val="100000"/>
              </a:lnSpc>
              <a:spcBef>
                <a:spcPts val="600"/>
              </a:spcBef>
              <a:spcAft>
                <a:spcPts val="0"/>
              </a:spcAft>
              <a:buClr>
                <a:schemeClr val="accent1"/>
              </a:buClr>
              <a:buSzPts val="1200"/>
              <a:buFont typeface="Noto Sans Symbols"/>
              <a:buChar char="🞆"/>
              <a:defRPr b="0" i="0" sz="1200" u="none" cap="none" strike="noStrike">
                <a:solidFill>
                  <a:schemeClr val="lt1"/>
                </a:solidFill>
                <a:latin typeface="Century Gothic"/>
                <a:ea typeface="Century Gothic"/>
                <a:cs typeface="Century Gothic"/>
                <a:sym typeface="Century Gothic"/>
              </a:defRPr>
            </a:lvl8pPr>
            <a:lvl9pPr indent="-304800" lvl="8" marL="4114800" marR="0" rtl="0" algn="l">
              <a:lnSpc>
                <a:spcPct val="100000"/>
              </a:lnSpc>
              <a:spcBef>
                <a:spcPts val="600"/>
              </a:spcBef>
              <a:spcAft>
                <a:spcPts val="600"/>
              </a:spcAft>
              <a:buClr>
                <a:schemeClr val="accent1"/>
              </a:buClr>
              <a:buSzPts val="1200"/>
              <a:buFont typeface="Noto Sans Symbols"/>
              <a:buChar char="🞆"/>
              <a:defRPr b="0" i="0" sz="1200" u="none" cap="none" strike="noStrike">
                <a:solidFill>
                  <a:schemeClr val="lt1"/>
                </a:solidFill>
                <a:latin typeface="Century Gothic"/>
                <a:ea typeface="Century Gothic"/>
                <a:cs typeface="Century Gothic"/>
                <a:sym typeface="Century Gothic"/>
              </a:defRPr>
            </a:lvl9pPr>
          </a:lstStyle>
          <a:p/>
        </p:txBody>
      </p:sp>
      <p:sp>
        <p:nvSpPr>
          <p:cNvPr id="12" name="Google Shape;12;p16"/>
          <p:cNvSpPr txBox="1"/>
          <p:nvPr>
            <p:ph idx="11" type="ftr"/>
          </p:nvPr>
        </p:nvSpPr>
        <p:spPr>
          <a:xfrm>
            <a:off x="451514" y="6041362"/>
            <a:ext cx="8644320" cy="3651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3" name="Google Shape;13;p16"/>
          <p:cNvSpPr txBox="1"/>
          <p:nvPr>
            <p:ph idx="10" type="dt"/>
          </p:nvPr>
        </p:nvSpPr>
        <p:spPr>
          <a:xfrm>
            <a:off x="9334626" y="6041362"/>
            <a:ext cx="1343706" cy="365125"/>
          </a:xfrm>
          <a:prstGeom prst="rect">
            <a:avLst/>
          </a:prstGeom>
          <a:noFill/>
          <a:ln>
            <a:noFill/>
          </a:ln>
        </p:spPr>
        <p:txBody>
          <a:bodyPr anchorCtr="0" anchor="b"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9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4" name="Google Shape;14;p16"/>
          <p:cNvSpPr txBox="1"/>
          <p:nvPr>
            <p:ph idx="12" type="sldNum"/>
          </p:nvPr>
        </p:nvSpPr>
        <p:spPr>
          <a:xfrm>
            <a:off x="10678331" y="5915888"/>
            <a:ext cx="1062155" cy="490599"/>
          </a:xfrm>
          <a:prstGeom prst="rect">
            <a:avLst/>
          </a:prstGeom>
          <a:noFill/>
          <a:ln>
            <a:noFill/>
          </a:ln>
        </p:spPr>
        <p:txBody>
          <a:bodyPr anchorCtr="0" anchor="b" bIns="10800" lIns="91425" spcFirstLastPara="1" rIns="91425" wrap="square" tIns="45700">
            <a:noAutofit/>
          </a:bodyPr>
          <a:lstStyle>
            <a:lvl1pPr indent="0" lvl="0" marL="0" marR="0" rtl="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2000"/>
              <a:buFont typeface="Arial"/>
              <a:buNone/>
              <a:defRPr b="0" i="0" sz="200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19" name="Shape 119"/>
        <p:cNvGrpSpPr/>
        <p:nvPr/>
      </p:nvGrpSpPr>
      <p:grpSpPr>
        <a:xfrm>
          <a:off x="0" y="0"/>
          <a:ext cx="0" cy="0"/>
          <a:chOff x="0" y="0"/>
          <a:chExt cx="0" cy="0"/>
        </a:xfrm>
      </p:grpSpPr>
      <p:sp>
        <p:nvSpPr>
          <p:cNvPr id="120" name="Google Shape;120;p1"/>
          <p:cNvSpPr/>
          <p:nvPr/>
        </p:nvSpPr>
        <p:spPr>
          <a:xfrm>
            <a:off x="0" y="0"/>
            <a:ext cx="12192000"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21" name="Google Shape;121;p1"/>
          <p:cNvSpPr/>
          <p:nvPr/>
        </p:nvSpPr>
        <p:spPr>
          <a:xfrm rot="-5400000">
            <a:off x="-1213325" y="1213325"/>
            <a:ext cx="6858000" cy="4431350"/>
          </a:xfrm>
          <a:custGeom>
            <a:rect b="b" l="l" r="r" t="t"/>
            <a:pathLst>
              <a:path extrusionOk="0" h="5556552" w="6858000">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
          <p:cNvSpPr txBox="1"/>
          <p:nvPr>
            <p:ph idx="1" type="subTitle"/>
          </p:nvPr>
        </p:nvSpPr>
        <p:spPr>
          <a:xfrm>
            <a:off x="-9" y="2281574"/>
            <a:ext cx="3993900" cy="2295000"/>
          </a:xfrm>
          <a:prstGeom prst="rect">
            <a:avLst/>
          </a:prstGeom>
          <a:noFill/>
          <a:ln>
            <a:noFill/>
          </a:ln>
          <a:effectLst>
            <a:outerShdw blurRad="50800">
              <a:srgbClr val="000000">
                <a:alpha val="4000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800"/>
              <a:buNone/>
            </a:pPr>
            <a:r>
              <a:rPr b="1" lang="fr-FR" sz="2800">
                <a:solidFill>
                  <a:srgbClr val="FFFF00"/>
                </a:solidFill>
              </a:rPr>
              <a:t>Maryna Molchan</a:t>
            </a:r>
            <a:endParaRPr b="1" sz="2800">
              <a:solidFill>
                <a:srgbClr val="FFFF00"/>
              </a:solidFill>
            </a:endParaRPr>
          </a:p>
          <a:p>
            <a:pPr indent="0" lvl="0" marL="0" rtl="0" algn="ctr">
              <a:lnSpc>
                <a:spcPct val="100000"/>
              </a:lnSpc>
              <a:spcBef>
                <a:spcPts val="0"/>
              </a:spcBef>
              <a:spcAft>
                <a:spcPts val="0"/>
              </a:spcAft>
              <a:buSzPts val="2800"/>
              <a:buNone/>
            </a:pPr>
            <a:r>
              <a:rPr b="1" lang="fr-FR" sz="2700">
                <a:solidFill>
                  <a:srgbClr val="FFFF00"/>
                </a:solidFill>
              </a:rPr>
              <a:t>Data Analyst, Generali</a:t>
            </a:r>
            <a:endParaRPr b="1" sz="2700">
              <a:solidFill>
                <a:srgbClr val="FFFF00"/>
              </a:solidFill>
            </a:endParaRPr>
          </a:p>
        </p:txBody>
      </p:sp>
      <p:sp>
        <p:nvSpPr>
          <p:cNvPr id="123" name="Google Shape;123;p1"/>
          <p:cNvSpPr txBox="1"/>
          <p:nvPr>
            <p:ph type="ctrTitle"/>
          </p:nvPr>
        </p:nvSpPr>
        <p:spPr>
          <a:xfrm>
            <a:off x="4372775" y="122750"/>
            <a:ext cx="7564800" cy="3306300"/>
          </a:xfrm>
          <a:prstGeom prst="rect">
            <a:avLst/>
          </a:prstGeom>
          <a:noFill/>
          <a:ln>
            <a:noFill/>
          </a:ln>
          <a:effectLst>
            <a:outerShdw blurRad="50800">
              <a:srgbClr val="000000">
                <a:alpha val="6000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EFEFE"/>
              </a:buClr>
              <a:buSzPts val="4400"/>
              <a:buFont typeface="Century Gothic"/>
              <a:buNone/>
            </a:pPr>
            <a:r>
              <a:rPr lang="fr-FR" sz="4400"/>
              <a:t>Étude sur l’alimentation dans le monde</a:t>
            </a:r>
            <a:endParaRPr/>
          </a:p>
        </p:txBody>
      </p:sp>
      <p:pic>
        <p:nvPicPr>
          <p:cNvPr id="124" name="Google Shape;124;p1"/>
          <p:cNvPicPr preferRelativeResize="0"/>
          <p:nvPr/>
        </p:nvPicPr>
        <p:blipFill>
          <a:blip r:embed="rId3">
            <a:alphaModFix/>
          </a:blip>
          <a:stretch>
            <a:fillRect/>
          </a:stretch>
        </p:blipFill>
        <p:spPr>
          <a:xfrm>
            <a:off x="5484264" y="3114925"/>
            <a:ext cx="5510411" cy="3306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
          <p:cNvSpPr txBox="1"/>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FEFEFE"/>
              </a:buClr>
              <a:buSzPts val="4000"/>
              <a:buFont typeface="Century Gothic"/>
              <a:buNone/>
            </a:pPr>
            <a:r>
              <a:rPr lang="fr-FR" sz="3200"/>
              <a:t>Contexte et spécification des données</a:t>
            </a:r>
            <a:endParaRPr sz="3200"/>
          </a:p>
        </p:txBody>
      </p:sp>
      <p:sp>
        <p:nvSpPr>
          <p:cNvPr id="130" name="Google Shape;130;p2"/>
          <p:cNvSpPr txBox="1"/>
          <p:nvPr>
            <p:ph idx="1" type="body"/>
          </p:nvPr>
        </p:nvSpPr>
        <p:spPr>
          <a:xfrm>
            <a:off x="407175" y="1939900"/>
            <a:ext cx="11399400" cy="4593900"/>
          </a:xfrm>
          <a:prstGeom prst="rect">
            <a:avLst/>
          </a:prstGeom>
          <a:noFill/>
          <a:ln>
            <a:noFill/>
          </a:ln>
          <a:effectLst>
            <a:outerShdw blurRad="50800">
              <a:srgbClr val="000000">
                <a:alpha val="40000"/>
              </a:srgbClr>
            </a:outerShdw>
          </a:effectLst>
        </p:spPr>
        <p:txBody>
          <a:bodyPr anchorCtr="0" anchor="ctr" bIns="45700" lIns="91425" spcFirstLastPara="1" rIns="91425" wrap="square" tIns="45700">
            <a:normAutofit/>
          </a:bodyPr>
          <a:lstStyle/>
          <a:p>
            <a:pPr indent="-228600" lvl="0" marL="342900" rtl="0" algn="just">
              <a:lnSpc>
                <a:spcPct val="100000"/>
              </a:lnSpc>
              <a:spcBef>
                <a:spcPts val="0"/>
              </a:spcBef>
              <a:spcAft>
                <a:spcPts val="0"/>
              </a:spcAft>
              <a:buSzPts val="1800"/>
              <a:buNone/>
            </a:pPr>
            <a:r>
              <a:rPr b="1" lang="fr-FR">
                <a:solidFill>
                  <a:schemeClr val="accent1"/>
                </a:solidFill>
              </a:rPr>
              <a:t>Contexte du projet : </a:t>
            </a:r>
            <a:r>
              <a:rPr lang="fr-FR"/>
              <a:t>Analyser les données alimentaires pour comprendre les tendances de disponibilité et d'insécurité alimentaires dans divers pays au fil des ans. Ces analyses aideront à identifier les zones critiques nécessitant une intervention en termes d'aide alimentaire et de planification de la sécurité alimentaire.</a:t>
            </a:r>
            <a:endParaRPr/>
          </a:p>
          <a:p>
            <a:pPr indent="-228600" lvl="0" marL="342900" rtl="0" algn="l">
              <a:lnSpc>
                <a:spcPct val="100000"/>
              </a:lnSpc>
              <a:spcBef>
                <a:spcPts val="0"/>
              </a:spcBef>
              <a:spcAft>
                <a:spcPts val="0"/>
              </a:spcAft>
              <a:buSzPts val="1800"/>
              <a:buNone/>
            </a:pPr>
            <a:r>
              <a:t/>
            </a:r>
            <a:endParaRPr/>
          </a:p>
          <a:p>
            <a:pPr indent="-228600" lvl="0" marL="342900" rtl="0" algn="just">
              <a:lnSpc>
                <a:spcPct val="100000"/>
              </a:lnSpc>
              <a:spcBef>
                <a:spcPts val="0"/>
              </a:spcBef>
              <a:spcAft>
                <a:spcPts val="0"/>
              </a:spcAft>
              <a:buSzPts val="1800"/>
              <a:buNone/>
            </a:pPr>
            <a:r>
              <a:rPr b="1" lang="fr-FR">
                <a:solidFill>
                  <a:schemeClr val="accent1"/>
                </a:solidFill>
              </a:rPr>
              <a:t>Spécification des données :</a:t>
            </a:r>
            <a:r>
              <a:rPr b="1" lang="fr-FR"/>
              <a:t> </a:t>
            </a:r>
            <a:r>
              <a:rPr lang="fr-FR"/>
              <a:t>4 fichiers CSV essentiels. Disponibilité alimentaire (le pays, le produit, et les statistiques détaillées de disponibilité alimentaire), Insécurité alimentaire (Informations par pays sur le nombre de personnes en sous-alimentation), Données démographiques (Données annuelles sur la population par pays, exprimées en milliers d'habitants) et Aide alimentaire (Détails de l'aide alimentaire reçue par pays, incluant l'année, le produit et la quantité donnée en tonnes)</a:t>
            </a:r>
            <a:endParaRPr/>
          </a:p>
          <a:p>
            <a:pPr indent="-228600" lvl="0" marL="342900" rtl="0" algn="just">
              <a:lnSpc>
                <a:spcPct val="100000"/>
              </a:lnSpc>
              <a:spcBef>
                <a:spcPts val="0"/>
              </a:spcBef>
              <a:spcAft>
                <a:spcPts val="0"/>
              </a:spcAft>
              <a:buSzPts val="1800"/>
              <a:buNone/>
            </a:pPr>
            <a:r>
              <a:t/>
            </a:r>
            <a:endParaRPr/>
          </a:p>
          <a:p>
            <a:pPr indent="-228600" lvl="0" marL="342900" rtl="0" algn="just">
              <a:spcBef>
                <a:spcPts val="0"/>
              </a:spcBef>
              <a:spcAft>
                <a:spcPts val="0"/>
              </a:spcAft>
              <a:buClr>
                <a:schemeClr val="dk1"/>
              </a:buClr>
              <a:buSzPts val="1100"/>
              <a:buFont typeface="Arial"/>
              <a:buNone/>
            </a:pPr>
            <a:r>
              <a:rPr b="1" lang="fr-FR">
                <a:solidFill>
                  <a:schemeClr val="accent1"/>
                </a:solidFill>
              </a:rPr>
              <a:t>Objectifs de l'analyse :</a:t>
            </a:r>
            <a:r>
              <a:rPr lang="fr-FR"/>
              <a:t> Évaluer la corrélation entre la disponibilité alimentaire et les niveaux d'insécurité alimentaire. Identifier les tendances dans l'utilisation des ressources alimentaires.</a:t>
            </a:r>
            <a:endParaRPr/>
          </a:p>
          <a:p>
            <a:pPr indent="-228600" lvl="0" marL="342900" rtl="0" algn="just">
              <a:lnSpc>
                <a:spcPct val="100000"/>
              </a:lnSpc>
              <a:spcBef>
                <a:spcPts val="0"/>
              </a:spcBef>
              <a:spcAft>
                <a:spcPts val="0"/>
              </a:spcAft>
              <a:buSzPts val="1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3"/>
          <p:cNvSpPr txBox="1"/>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FEFEFE"/>
              </a:buClr>
              <a:buSzPts val="4000"/>
              <a:buFont typeface="Century Gothic"/>
              <a:buNone/>
            </a:pPr>
            <a:r>
              <a:rPr lang="fr-FR" sz="3200"/>
              <a:t>Méthodologie de l’analyse</a:t>
            </a:r>
            <a:endParaRPr sz="3200"/>
          </a:p>
        </p:txBody>
      </p:sp>
      <p:sp>
        <p:nvSpPr>
          <p:cNvPr id="136" name="Google Shape;136;p3"/>
          <p:cNvSpPr txBox="1"/>
          <p:nvPr>
            <p:ph idx="1" type="body"/>
          </p:nvPr>
        </p:nvSpPr>
        <p:spPr>
          <a:xfrm>
            <a:off x="616575" y="2462300"/>
            <a:ext cx="10887600" cy="3636600"/>
          </a:xfrm>
          <a:prstGeom prst="rect">
            <a:avLst/>
          </a:prstGeom>
          <a:noFill/>
          <a:ln>
            <a:noFill/>
          </a:ln>
          <a:effectLst>
            <a:outerShdw blurRad="50800">
              <a:srgbClr val="000000">
                <a:alpha val="40000"/>
              </a:srgbClr>
            </a:outerShdw>
          </a:effectLst>
        </p:spPr>
        <p:txBody>
          <a:bodyPr anchorCtr="0" anchor="ctr" bIns="45700" lIns="91425" spcFirstLastPara="1" rIns="91425" wrap="square" tIns="45700">
            <a:normAutofit/>
          </a:bodyPr>
          <a:lstStyle/>
          <a:p>
            <a:pPr indent="-355600" lvl="0" marL="457200" rtl="0" algn="l">
              <a:lnSpc>
                <a:spcPct val="100000"/>
              </a:lnSpc>
              <a:spcBef>
                <a:spcPts val="0"/>
              </a:spcBef>
              <a:spcAft>
                <a:spcPts val="0"/>
              </a:spcAft>
              <a:buClr>
                <a:srgbClr val="FEFEFE"/>
              </a:buClr>
              <a:buSzPts val="2000"/>
              <a:buAutoNum type="arabicPeriod"/>
            </a:pPr>
            <a:r>
              <a:rPr b="1" lang="fr-FR" sz="2000">
                <a:solidFill>
                  <a:schemeClr val="accent1"/>
                </a:solidFill>
              </a:rPr>
              <a:t>Prétraitement des données :</a:t>
            </a:r>
            <a:r>
              <a:rPr lang="fr-FR" sz="2000">
                <a:solidFill>
                  <a:srgbClr val="FEFEFE"/>
                </a:solidFill>
              </a:rPr>
              <a:t> la correction des incohérences, le traitement des valeurs manquantes et la normalisation des formats</a:t>
            </a:r>
            <a:endParaRPr sz="2000">
              <a:solidFill>
                <a:srgbClr val="FEFEFE"/>
              </a:solidFill>
            </a:endParaRPr>
          </a:p>
          <a:p>
            <a:pPr indent="0" lvl="0" marL="457200" rtl="0" algn="l">
              <a:lnSpc>
                <a:spcPct val="100000"/>
              </a:lnSpc>
              <a:spcBef>
                <a:spcPts val="0"/>
              </a:spcBef>
              <a:spcAft>
                <a:spcPts val="0"/>
              </a:spcAft>
              <a:buNone/>
            </a:pPr>
            <a:r>
              <a:t/>
            </a:r>
            <a:endParaRPr sz="2000">
              <a:solidFill>
                <a:srgbClr val="FEFEFE"/>
              </a:solidFill>
            </a:endParaRPr>
          </a:p>
          <a:p>
            <a:pPr indent="-355600" lvl="0" marL="457200" rtl="0" algn="l">
              <a:lnSpc>
                <a:spcPct val="115000"/>
              </a:lnSpc>
              <a:spcBef>
                <a:spcPts val="0"/>
              </a:spcBef>
              <a:spcAft>
                <a:spcPts val="0"/>
              </a:spcAft>
              <a:buClr>
                <a:srgbClr val="FEFEFE"/>
              </a:buClr>
              <a:buSzPts val="2000"/>
              <a:buFont typeface="Century Gothic"/>
              <a:buAutoNum type="arabicPeriod"/>
            </a:pPr>
            <a:r>
              <a:rPr b="1" lang="fr-FR" sz="2000">
                <a:solidFill>
                  <a:schemeClr val="accent1"/>
                </a:solidFill>
              </a:rPr>
              <a:t>Fusion des fichiers :</a:t>
            </a:r>
            <a:r>
              <a:rPr lang="fr-FR" sz="2000">
                <a:solidFill>
                  <a:srgbClr val="FEFEFE"/>
                </a:solidFill>
              </a:rPr>
              <a:t> </a:t>
            </a:r>
            <a:r>
              <a:rPr lang="fr-FR" sz="2000">
                <a:solidFill>
                  <a:srgbClr val="FEFEFE"/>
                </a:solidFill>
              </a:rPr>
              <a:t>création</a:t>
            </a:r>
            <a:r>
              <a:rPr lang="fr-FR" sz="2000">
                <a:solidFill>
                  <a:srgbClr val="FEFEFE"/>
                </a:solidFill>
              </a:rPr>
              <a:t> des ensembles de données complets pour des analyses multidimensionnelles</a:t>
            </a:r>
            <a:endParaRPr sz="2000">
              <a:solidFill>
                <a:srgbClr val="FEFEFE"/>
              </a:solidFill>
            </a:endParaRPr>
          </a:p>
          <a:p>
            <a:pPr indent="0" lvl="0" marL="457200" rtl="0" algn="l">
              <a:lnSpc>
                <a:spcPct val="115000"/>
              </a:lnSpc>
              <a:spcBef>
                <a:spcPts val="0"/>
              </a:spcBef>
              <a:spcAft>
                <a:spcPts val="0"/>
              </a:spcAft>
              <a:buNone/>
            </a:pPr>
            <a:r>
              <a:t/>
            </a:r>
            <a:endParaRPr sz="2000">
              <a:solidFill>
                <a:srgbClr val="FEFEFE"/>
              </a:solidFill>
            </a:endParaRPr>
          </a:p>
          <a:p>
            <a:pPr indent="-355600" lvl="0" marL="457200" rtl="0" algn="l">
              <a:lnSpc>
                <a:spcPct val="115000"/>
              </a:lnSpc>
              <a:spcBef>
                <a:spcPts val="0"/>
              </a:spcBef>
              <a:spcAft>
                <a:spcPts val="0"/>
              </a:spcAft>
              <a:buClr>
                <a:srgbClr val="FEFEFE"/>
              </a:buClr>
              <a:buSzPts val="2000"/>
              <a:buAutoNum type="arabicPeriod"/>
            </a:pPr>
            <a:r>
              <a:rPr b="1" lang="fr-FR" sz="2000">
                <a:solidFill>
                  <a:schemeClr val="accent1"/>
                </a:solidFill>
              </a:rPr>
              <a:t>Analyse des données :</a:t>
            </a:r>
            <a:r>
              <a:rPr lang="fr-FR" sz="2000">
                <a:solidFill>
                  <a:srgbClr val="FEFEFE"/>
                </a:solidFill>
              </a:rPr>
              <a:t> avec des bibliothèques Python</a:t>
            </a:r>
            <a:endParaRPr sz="2000">
              <a:solidFill>
                <a:srgbClr val="FEFEFE"/>
              </a:solidFill>
            </a:endParaRPr>
          </a:p>
          <a:p>
            <a:pPr indent="-355599" lvl="0" marL="899999" rtl="0" algn="l">
              <a:lnSpc>
                <a:spcPct val="100000"/>
              </a:lnSpc>
              <a:spcBef>
                <a:spcPts val="0"/>
              </a:spcBef>
              <a:spcAft>
                <a:spcPts val="0"/>
              </a:spcAft>
              <a:buClr>
                <a:srgbClr val="FFFF00"/>
              </a:buClr>
              <a:buSzPts val="2000"/>
              <a:buChar char="●"/>
            </a:pPr>
            <a:r>
              <a:rPr b="1" lang="fr-FR" sz="2000">
                <a:solidFill>
                  <a:srgbClr val="FFFF00"/>
                </a:solidFill>
              </a:rPr>
              <a:t>Pandas</a:t>
            </a:r>
            <a:r>
              <a:rPr lang="fr-FR" sz="2000">
                <a:solidFill>
                  <a:srgbClr val="FEFEFE"/>
                </a:solidFill>
              </a:rPr>
              <a:t> pour la manipulation et l'analyse des données</a:t>
            </a:r>
            <a:endParaRPr sz="2000">
              <a:solidFill>
                <a:srgbClr val="FEFEFE"/>
              </a:solidFill>
            </a:endParaRPr>
          </a:p>
          <a:p>
            <a:pPr indent="-355599" lvl="0" marL="899999" rtl="0" algn="l">
              <a:lnSpc>
                <a:spcPct val="100000"/>
              </a:lnSpc>
              <a:spcBef>
                <a:spcPts val="0"/>
              </a:spcBef>
              <a:spcAft>
                <a:spcPts val="0"/>
              </a:spcAft>
              <a:buClr>
                <a:srgbClr val="FFFF00"/>
              </a:buClr>
              <a:buSzPts val="2000"/>
              <a:buChar char="●"/>
            </a:pPr>
            <a:r>
              <a:rPr b="1" lang="fr-FR" sz="2000">
                <a:solidFill>
                  <a:srgbClr val="FFFF00"/>
                </a:solidFill>
              </a:rPr>
              <a:t>NumPy</a:t>
            </a:r>
            <a:r>
              <a:rPr lang="fr-FR" sz="2000">
                <a:solidFill>
                  <a:srgbClr val="FEFEFE"/>
                </a:solidFill>
              </a:rPr>
              <a:t> pour le traitement des opérations numériques</a:t>
            </a:r>
            <a:endParaRPr sz="2000">
              <a:solidFill>
                <a:srgbClr val="FEFEFE"/>
              </a:solidFill>
            </a:endParaRPr>
          </a:p>
          <a:p>
            <a:pPr indent="-355599" lvl="0" marL="899999" rtl="0" algn="l">
              <a:lnSpc>
                <a:spcPct val="100000"/>
              </a:lnSpc>
              <a:spcBef>
                <a:spcPts val="0"/>
              </a:spcBef>
              <a:spcAft>
                <a:spcPts val="0"/>
              </a:spcAft>
              <a:buClr>
                <a:srgbClr val="FFFF00"/>
              </a:buClr>
              <a:buSzPts val="2000"/>
              <a:buChar char="●"/>
            </a:pPr>
            <a:r>
              <a:rPr b="1" lang="fr-FR" sz="2000">
                <a:solidFill>
                  <a:srgbClr val="FFFF00"/>
                </a:solidFill>
              </a:rPr>
              <a:t>Matplotlib</a:t>
            </a:r>
            <a:r>
              <a:rPr b="1" lang="fr-FR" sz="2000">
                <a:solidFill>
                  <a:srgbClr val="FEFEFE"/>
                </a:solidFill>
              </a:rPr>
              <a:t> / Seaborn</a:t>
            </a:r>
            <a:r>
              <a:rPr lang="fr-FR" sz="2000">
                <a:solidFill>
                  <a:srgbClr val="FEFEFE"/>
                </a:solidFill>
              </a:rPr>
              <a:t> pour la visualisation des données</a:t>
            </a:r>
            <a:endParaRPr sz="2000">
              <a:solidFill>
                <a:srgbClr val="FEFEFE"/>
              </a:solidFill>
            </a:endParaRPr>
          </a:p>
          <a:p>
            <a:pPr indent="-228600" lvl="0" marL="342900" rtl="0" algn="l">
              <a:lnSpc>
                <a:spcPct val="100000"/>
              </a:lnSpc>
              <a:spcBef>
                <a:spcPts val="0"/>
              </a:spcBef>
              <a:spcAft>
                <a:spcPts val="0"/>
              </a:spcAft>
              <a:buSzPts val="1800"/>
              <a:buNone/>
            </a:pPr>
            <a:r>
              <a:t/>
            </a:r>
            <a:endParaRPr>
              <a:solidFill>
                <a:srgbClr val="FEFEFE"/>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4"/>
          <p:cNvSpPr txBox="1"/>
          <p:nvPr>
            <p:ph type="title"/>
          </p:nvPr>
        </p:nvSpPr>
        <p:spPr>
          <a:xfrm>
            <a:off x="810000" y="447188"/>
            <a:ext cx="10572000" cy="970500"/>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FEFEFE"/>
              </a:buClr>
              <a:buSzPts val="3200"/>
              <a:buFont typeface="Century Gothic"/>
              <a:buNone/>
            </a:pPr>
            <a:r>
              <a:rPr lang="fr-FR" sz="3200"/>
              <a:t>1) Proportion de personnes en état de sous-nutrition en 2017 : </a:t>
            </a:r>
            <a:r>
              <a:rPr lang="fr-FR" sz="3200">
                <a:solidFill>
                  <a:srgbClr val="FFFF00"/>
                </a:solidFill>
              </a:rPr>
              <a:t>20 pays avec la proportion la plus élevée</a:t>
            </a:r>
            <a:endParaRPr sz="3200">
              <a:solidFill>
                <a:srgbClr val="FFFF00"/>
              </a:solidFill>
            </a:endParaRPr>
          </a:p>
        </p:txBody>
      </p:sp>
      <p:sp>
        <p:nvSpPr>
          <p:cNvPr id="142" name="Google Shape;142;p4"/>
          <p:cNvSpPr txBox="1"/>
          <p:nvPr>
            <p:ph idx="1" type="body"/>
          </p:nvPr>
        </p:nvSpPr>
        <p:spPr>
          <a:xfrm>
            <a:off x="0" y="2227825"/>
            <a:ext cx="4782900" cy="4630200"/>
          </a:xfrm>
          <a:prstGeom prst="rect">
            <a:avLst/>
          </a:prstGeom>
          <a:noFill/>
          <a:ln>
            <a:noFill/>
          </a:ln>
          <a:effectLst>
            <a:outerShdw blurRad="50800">
              <a:srgbClr val="000000">
                <a:alpha val="4000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fr-FR" sz="1500"/>
              <a:t>En 2017, </a:t>
            </a:r>
            <a:r>
              <a:rPr b="1" lang="fr-FR" sz="1500">
                <a:solidFill>
                  <a:schemeClr val="accent1"/>
                </a:solidFill>
              </a:rPr>
              <a:t>Haïti</a:t>
            </a:r>
            <a:r>
              <a:rPr b="1" lang="fr-FR" sz="1500">
                <a:solidFill>
                  <a:srgbClr val="FFFF00"/>
                </a:solidFill>
              </a:rPr>
              <a:t> </a:t>
            </a:r>
            <a:r>
              <a:rPr lang="fr-FR" sz="1500"/>
              <a:t>a affiché le taux de sous-nutrition le plus élevé avec près de </a:t>
            </a:r>
            <a:r>
              <a:rPr b="1" lang="fr-FR" sz="1500">
                <a:solidFill>
                  <a:srgbClr val="FFFF00"/>
                </a:solidFill>
              </a:rPr>
              <a:t>48%</a:t>
            </a:r>
            <a:r>
              <a:rPr lang="fr-FR" sz="1500"/>
              <a:t> de sa population affectée, illustrant la vaste étendue de la faim dans divers contextes géopolitiques et économiques. </a:t>
            </a:r>
            <a:endParaRPr sz="1500"/>
          </a:p>
          <a:p>
            <a:pPr indent="0" lvl="0" marL="0" rtl="0" algn="ctr">
              <a:lnSpc>
                <a:spcPct val="90000"/>
              </a:lnSpc>
              <a:spcBef>
                <a:spcPts val="0"/>
              </a:spcBef>
              <a:spcAft>
                <a:spcPts val="0"/>
              </a:spcAft>
              <a:buSzPts val="1800"/>
              <a:buNone/>
            </a:pPr>
            <a:r>
              <a:t/>
            </a:r>
            <a:endParaRPr b="1" sz="1500">
              <a:solidFill>
                <a:schemeClr val="accent1"/>
              </a:solidFill>
            </a:endParaRPr>
          </a:p>
          <a:p>
            <a:pPr indent="0" lvl="0" marL="0" rtl="0" algn="ctr">
              <a:lnSpc>
                <a:spcPct val="90000"/>
              </a:lnSpc>
              <a:spcBef>
                <a:spcPts val="0"/>
              </a:spcBef>
              <a:spcAft>
                <a:spcPts val="0"/>
              </a:spcAft>
              <a:buClr>
                <a:schemeClr val="dk1"/>
              </a:buClr>
              <a:buSzPts val="1100"/>
              <a:buFont typeface="Arial"/>
              <a:buNone/>
            </a:pPr>
            <a:r>
              <a:rPr lang="fr-FR" sz="1500"/>
              <a:t>Les </a:t>
            </a:r>
            <a:r>
              <a:rPr b="1" lang="fr-FR" sz="1500">
                <a:solidFill>
                  <a:schemeClr val="accent1"/>
                </a:solidFill>
              </a:rPr>
              <a:t>10 premiers pays</a:t>
            </a:r>
            <a:r>
              <a:rPr lang="fr-FR" sz="1500"/>
              <a:t> de la liste comptent représentent entre </a:t>
            </a:r>
            <a:r>
              <a:rPr b="1" lang="fr-FR" sz="1500">
                <a:solidFill>
                  <a:srgbClr val="FFFF00"/>
                </a:solidFill>
              </a:rPr>
              <a:t>la moitié</a:t>
            </a:r>
            <a:r>
              <a:rPr lang="fr-FR" sz="1500"/>
              <a:t> et </a:t>
            </a:r>
            <a:r>
              <a:rPr b="1" lang="fr-FR" sz="1500">
                <a:solidFill>
                  <a:srgbClr val="FFFF00"/>
                </a:solidFill>
              </a:rPr>
              <a:t>le tiers</a:t>
            </a:r>
            <a:r>
              <a:rPr lang="fr-FR" sz="1500"/>
              <a:t> de la population sous-alimentée.</a:t>
            </a:r>
            <a:endParaRPr sz="1500"/>
          </a:p>
          <a:p>
            <a:pPr indent="0" lvl="0" marL="0" rtl="0" algn="ctr">
              <a:lnSpc>
                <a:spcPct val="90000"/>
              </a:lnSpc>
              <a:spcBef>
                <a:spcPts val="0"/>
              </a:spcBef>
              <a:spcAft>
                <a:spcPts val="0"/>
              </a:spcAft>
              <a:buClr>
                <a:schemeClr val="dk1"/>
              </a:buClr>
              <a:buSzPts val="1100"/>
              <a:buFont typeface="Arial"/>
              <a:buNone/>
            </a:pPr>
            <a:r>
              <a:t/>
            </a:r>
            <a:endParaRPr sz="1500"/>
          </a:p>
          <a:p>
            <a:pPr indent="0" lvl="0" marL="0" rtl="0" algn="ctr">
              <a:lnSpc>
                <a:spcPct val="90000"/>
              </a:lnSpc>
              <a:spcBef>
                <a:spcPts val="0"/>
              </a:spcBef>
              <a:spcAft>
                <a:spcPts val="0"/>
              </a:spcAft>
              <a:buClr>
                <a:schemeClr val="dk1"/>
              </a:buClr>
              <a:buSzPts val="1100"/>
              <a:buFont typeface="Arial"/>
              <a:buNone/>
            </a:pPr>
            <a:r>
              <a:rPr lang="fr-FR" sz="1500"/>
              <a:t>Les pays </a:t>
            </a:r>
            <a:r>
              <a:rPr b="1" lang="fr-FR" sz="1500">
                <a:solidFill>
                  <a:srgbClr val="FFFF00"/>
                </a:solidFill>
              </a:rPr>
              <a:t>les plus frappé</a:t>
            </a:r>
            <a:r>
              <a:rPr lang="fr-FR" sz="1500"/>
              <a:t>s par la sous-nutrition appartiennent à la </a:t>
            </a:r>
            <a:r>
              <a:rPr b="1" lang="fr-FR" sz="1500">
                <a:solidFill>
                  <a:schemeClr val="accent1"/>
                </a:solidFill>
              </a:rPr>
              <a:t>région Afrique</a:t>
            </a:r>
            <a:r>
              <a:rPr lang="fr-FR" sz="1500"/>
              <a:t> : Liberia, Lesotho, Tchad, Rwanda, Mozambique, Sierra Leone, Tanzanie, Congo, Botswana, Togo, Côte d'Ivoire, Éthiopie.</a:t>
            </a:r>
            <a:endParaRPr sz="1500"/>
          </a:p>
          <a:p>
            <a:pPr indent="0" lvl="0" marL="0" rtl="0" algn="ctr">
              <a:lnSpc>
                <a:spcPct val="90000"/>
              </a:lnSpc>
              <a:spcBef>
                <a:spcPts val="0"/>
              </a:spcBef>
              <a:spcAft>
                <a:spcPts val="0"/>
              </a:spcAft>
              <a:buSzPts val="1800"/>
              <a:buNone/>
            </a:pPr>
            <a:r>
              <a:t/>
            </a:r>
            <a:endParaRPr sz="1500"/>
          </a:p>
          <a:p>
            <a:pPr indent="0" lvl="0" marL="0" rtl="0" algn="ctr">
              <a:lnSpc>
                <a:spcPct val="90000"/>
              </a:lnSpc>
              <a:spcBef>
                <a:spcPts val="0"/>
              </a:spcBef>
              <a:spcAft>
                <a:spcPts val="0"/>
              </a:spcAft>
              <a:buSzPts val="1800"/>
              <a:buNone/>
            </a:pPr>
            <a:r>
              <a:rPr lang="fr-FR" sz="1500"/>
              <a:t>Un niveau élevé de sous-nutrition est également constaté </a:t>
            </a:r>
            <a:r>
              <a:rPr b="1" lang="fr-FR" sz="1500">
                <a:solidFill>
                  <a:schemeClr val="accent1"/>
                </a:solidFill>
              </a:rPr>
              <a:t>dans les pays asiatiques</a:t>
            </a:r>
            <a:r>
              <a:rPr lang="fr-FR" sz="1500"/>
              <a:t> : Corée du Nord, Timor, Afghanistan.</a:t>
            </a:r>
            <a:endParaRPr sz="1500"/>
          </a:p>
        </p:txBody>
      </p:sp>
      <p:pic>
        <p:nvPicPr>
          <p:cNvPr id="143" name="Google Shape;143;p4"/>
          <p:cNvPicPr preferRelativeResize="0"/>
          <p:nvPr/>
        </p:nvPicPr>
        <p:blipFill>
          <a:blip r:embed="rId3">
            <a:alphaModFix/>
          </a:blip>
          <a:stretch>
            <a:fillRect/>
          </a:stretch>
        </p:blipFill>
        <p:spPr>
          <a:xfrm>
            <a:off x="4782816" y="1900876"/>
            <a:ext cx="7409184" cy="49571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5"/>
          <p:cNvSpPr txBox="1"/>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FEFEFE"/>
              </a:buClr>
              <a:buSzPts val="3200"/>
              <a:buFont typeface="Century Gothic"/>
              <a:buNone/>
            </a:pPr>
            <a:r>
              <a:rPr lang="fr-FR" sz="3200"/>
              <a:t>2) Nombre théorique de personnes qui pourraient être nourries en 2017 : </a:t>
            </a:r>
            <a:r>
              <a:rPr lang="fr-FR" sz="3200">
                <a:solidFill>
                  <a:srgbClr val="FFFF00"/>
                </a:solidFill>
              </a:rPr>
              <a:t>30 pays avec le pire résultat</a:t>
            </a:r>
            <a:endParaRPr sz="3200">
              <a:solidFill>
                <a:srgbClr val="FFFF00"/>
              </a:solidFill>
            </a:endParaRPr>
          </a:p>
        </p:txBody>
      </p:sp>
      <p:sp>
        <p:nvSpPr>
          <p:cNvPr id="149" name="Google Shape;149;p5"/>
          <p:cNvSpPr txBox="1"/>
          <p:nvPr>
            <p:ph idx="1" type="body"/>
          </p:nvPr>
        </p:nvSpPr>
        <p:spPr>
          <a:xfrm>
            <a:off x="328650" y="2222275"/>
            <a:ext cx="6975600" cy="4350600"/>
          </a:xfrm>
          <a:prstGeom prst="rect">
            <a:avLst/>
          </a:prstGeom>
          <a:noFill/>
          <a:ln>
            <a:noFill/>
          </a:ln>
          <a:effectLst>
            <a:outerShdw blurRad="50800">
              <a:srgbClr val="000000">
                <a:alpha val="40000"/>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1800"/>
              <a:buFont typeface="Arial"/>
              <a:buNone/>
            </a:pPr>
            <a:r>
              <a:rPr lang="fr-FR" sz="1700"/>
              <a:t>Selon </a:t>
            </a:r>
            <a:r>
              <a:rPr b="1" lang="fr-FR" sz="1700">
                <a:solidFill>
                  <a:schemeClr val="accent1"/>
                </a:solidFill>
              </a:rPr>
              <a:t>l'Organisation mondiale de la santé (OMS)</a:t>
            </a:r>
            <a:r>
              <a:rPr lang="fr-FR" sz="1700"/>
              <a:t>, l'apport calorique quotidien moyen est d'environ </a:t>
            </a:r>
            <a:r>
              <a:rPr b="1" lang="fr-FR" sz="1700">
                <a:solidFill>
                  <a:srgbClr val="FFFF00"/>
                </a:solidFill>
              </a:rPr>
              <a:t>2 000</a:t>
            </a:r>
            <a:r>
              <a:rPr lang="fr-FR" sz="1700"/>
              <a:t> calories pour les femmes et </a:t>
            </a:r>
            <a:r>
              <a:rPr b="1" lang="fr-FR" sz="1700">
                <a:solidFill>
                  <a:srgbClr val="FFFF00"/>
                </a:solidFill>
              </a:rPr>
              <a:t>2 500</a:t>
            </a:r>
            <a:r>
              <a:rPr lang="fr-FR" sz="1700"/>
              <a:t> pour les hommes. </a:t>
            </a:r>
            <a:endParaRPr sz="1700"/>
          </a:p>
          <a:p>
            <a:pPr indent="0" lvl="0" marL="0" rtl="0" algn="ctr">
              <a:spcBef>
                <a:spcPts val="0"/>
              </a:spcBef>
              <a:spcAft>
                <a:spcPts val="0"/>
              </a:spcAft>
              <a:buClr>
                <a:schemeClr val="dk1"/>
              </a:buClr>
              <a:buSzPts val="1800"/>
              <a:buFont typeface="Arial"/>
              <a:buNone/>
            </a:pPr>
            <a:r>
              <a:t/>
            </a:r>
            <a:endParaRPr sz="1700"/>
          </a:p>
          <a:p>
            <a:pPr indent="0" lvl="0" marL="0" rtl="0" algn="ctr">
              <a:spcBef>
                <a:spcPts val="0"/>
              </a:spcBef>
              <a:spcAft>
                <a:spcPts val="0"/>
              </a:spcAft>
              <a:buClr>
                <a:schemeClr val="dk1"/>
              </a:buClr>
              <a:buSzPts val="1800"/>
              <a:buFont typeface="Arial"/>
              <a:buNone/>
            </a:pPr>
            <a:r>
              <a:rPr lang="fr-FR" sz="1700"/>
              <a:t>Sur la base de ces données et de la </a:t>
            </a:r>
            <a:r>
              <a:rPr b="1" lang="fr-FR" sz="1700">
                <a:solidFill>
                  <a:schemeClr val="accent1"/>
                </a:solidFill>
              </a:rPr>
              <a:t>disponibilité annuelle de calories dans chaque pays en 2017</a:t>
            </a:r>
            <a:r>
              <a:rPr lang="fr-FR" sz="1700"/>
              <a:t>, on calcule le </a:t>
            </a:r>
            <a:r>
              <a:rPr b="1" lang="fr-FR" sz="1700">
                <a:solidFill>
                  <a:srgbClr val="FFFF00"/>
                </a:solidFill>
              </a:rPr>
              <a:t>nombre théorique de personnes</a:t>
            </a:r>
            <a:r>
              <a:rPr lang="fr-FR" sz="1700"/>
              <a:t> qui pourraient être nourries avec les calories disponibles. </a:t>
            </a:r>
            <a:endParaRPr sz="1700"/>
          </a:p>
          <a:p>
            <a:pPr indent="0" lvl="0" marL="0" rtl="0" algn="ctr">
              <a:spcBef>
                <a:spcPts val="0"/>
              </a:spcBef>
              <a:spcAft>
                <a:spcPts val="0"/>
              </a:spcAft>
              <a:buClr>
                <a:schemeClr val="dk1"/>
              </a:buClr>
              <a:buSzPts val="1800"/>
              <a:buFont typeface="Arial"/>
              <a:buNone/>
            </a:pPr>
            <a:r>
              <a:t/>
            </a:r>
            <a:endParaRPr sz="1700"/>
          </a:p>
          <a:p>
            <a:pPr indent="0" lvl="0" marL="0" rtl="0" algn="ctr">
              <a:spcBef>
                <a:spcPts val="0"/>
              </a:spcBef>
              <a:spcAft>
                <a:spcPts val="0"/>
              </a:spcAft>
              <a:buClr>
                <a:schemeClr val="dk1"/>
              </a:buClr>
              <a:buSzPts val="1800"/>
              <a:buFont typeface="Arial"/>
              <a:buNone/>
            </a:pPr>
            <a:r>
              <a:rPr lang="fr-FR" sz="1700"/>
              <a:t>Pour comparer les données réelles et théoriques, la diapositive montre </a:t>
            </a:r>
            <a:r>
              <a:rPr b="1" lang="fr-FR" sz="1700">
                <a:solidFill>
                  <a:srgbClr val="FFFF00"/>
                </a:solidFill>
              </a:rPr>
              <a:t>la population de chaque pays.</a:t>
            </a:r>
            <a:endParaRPr b="1" sz="1700">
              <a:solidFill>
                <a:srgbClr val="FFFF00"/>
              </a:solidFill>
            </a:endParaRPr>
          </a:p>
        </p:txBody>
      </p:sp>
      <p:pic>
        <p:nvPicPr>
          <p:cNvPr id="150" name="Google Shape;150;p5"/>
          <p:cNvPicPr preferRelativeResize="0"/>
          <p:nvPr/>
        </p:nvPicPr>
        <p:blipFill>
          <a:blip r:embed="rId3">
            <a:alphaModFix/>
          </a:blip>
          <a:stretch>
            <a:fillRect/>
          </a:stretch>
        </p:blipFill>
        <p:spPr>
          <a:xfrm>
            <a:off x="7553100" y="1883200"/>
            <a:ext cx="4638900" cy="4974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6"/>
          <p:cNvSpPr txBox="1"/>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FEFEFE"/>
              </a:buClr>
              <a:buSzPts val="3200"/>
              <a:buFont typeface="Century Gothic"/>
              <a:buNone/>
            </a:pPr>
            <a:r>
              <a:rPr lang="fr-FR" sz="3200"/>
              <a:t>3) </a:t>
            </a:r>
            <a:r>
              <a:rPr lang="fr-FR" sz="3200">
                <a:solidFill>
                  <a:srgbClr val="FFFF00"/>
                </a:solidFill>
              </a:rPr>
              <a:t>Nombre théorique</a:t>
            </a:r>
            <a:r>
              <a:rPr lang="fr-FR" sz="3200"/>
              <a:t> de personnes qui pourraient être nourries uniquement avec les végétaux en 2017</a:t>
            </a:r>
            <a:endParaRPr/>
          </a:p>
        </p:txBody>
      </p:sp>
      <p:sp>
        <p:nvSpPr>
          <p:cNvPr id="156" name="Google Shape;156;p6"/>
          <p:cNvSpPr txBox="1"/>
          <p:nvPr>
            <p:ph idx="1" type="body"/>
          </p:nvPr>
        </p:nvSpPr>
        <p:spPr>
          <a:xfrm>
            <a:off x="289375" y="2222275"/>
            <a:ext cx="7381500" cy="4337700"/>
          </a:xfrm>
          <a:prstGeom prst="rect">
            <a:avLst/>
          </a:prstGeom>
          <a:noFill/>
          <a:ln>
            <a:noFill/>
          </a:ln>
          <a:effectLst>
            <a:outerShdw blurRad="50800">
              <a:srgbClr val="000000">
                <a:alpha val="40000"/>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1800"/>
              <a:buFont typeface="Arial"/>
              <a:buNone/>
            </a:pPr>
            <a:r>
              <a:rPr b="1" lang="fr-FR">
                <a:solidFill>
                  <a:schemeClr val="accent1"/>
                </a:solidFill>
              </a:rPr>
              <a:t>Diminution du nombre de personnes</a:t>
            </a:r>
            <a:r>
              <a:rPr lang="fr-FR"/>
              <a:t> </a:t>
            </a:r>
            <a:endParaRPr/>
          </a:p>
          <a:p>
            <a:pPr indent="0" lvl="0" marL="0" rtl="0" algn="ctr">
              <a:spcBef>
                <a:spcPts val="0"/>
              </a:spcBef>
              <a:spcAft>
                <a:spcPts val="0"/>
              </a:spcAft>
              <a:buClr>
                <a:schemeClr val="dk1"/>
              </a:buClr>
              <a:buSzPts val="1800"/>
              <a:buFont typeface="Arial"/>
              <a:buNone/>
            </a:pPr>
            <a:r>
              <a:rPr lang="fr-FR"/>
              <a:t>pouvant être nourries uniquement </a:t>
            </a:r>
            <a:endParaRPr/>
          </a:p>
          <a:p>
            <a:pPr indent="0" lvl="0" marL="0" rtl="0" algn="ctr">
              <a:spcBef>
                <a:spcPts val="0"/>
              </a:spcBef>
              <a:spcAft>
                <a:spcPts val="0"/>
              </a:spcAft>
              <a:buClr>
                <a:schemeClr val="dk1"/>
              </a:buClr>
              <a:buSzPts val="1800"/>
              <a:buFont typeface="Arial"/>
              <a:buNone/>
            </a:pPr>
            <a:r>
              <a:rPr lang="fr-FR"/>
              <a:t>avec des </a:t>
            </a:r>
            <a:r>
              <a:rPr b="1" lang="fr-FR">
                <a:solidFill>
                  <a:srgbClr val="FFFF00"/>
                </a:solidFill>
              </a:rPr>
              <a:t>aliments végétaux</a:t>
            </a:r>
            <a:endParaRPr/>
          </a:p>
          <a:p>
            <a:pPr indent="0" lvl="0" marL="0" rtl="0" algn="ctr">
              <a:spcBef>
                <a:spcPts val="0"/>
              </a:spcBef>
              <a:spcAft>
                <a:spcPts val="0"/>
              </a:spcAft>
              <a:buClr>
                <a:schemeClr val="dk1"/>
              </a:buClr>
              <a:buSzPts val="1800"/>
              <a:buFont typeface="Arial"/>
              <a:buNone/>
            </a:pPr>
            <a:r>
              <a:t/>
            </a:r>
            <a:endParaRPr/>
          </a:p>
          <a:p>
            <a:pPr indent="0" lvl="0" marL="0" rtl="0" algn="ctr">
              <a:spcBef>
                <a:spcPts val="0"/>
              </a:spcBef>
              <a:spcAft>
                <a:spcPts val="0"/>
              </a:spcAft>
              <a:buClr>
                <a:schemeClr val="dk1"/>
              </a:buClr>
              <a:buSzPts val="1800"/>
              <a:buFont typeface="Arial"/>
              <a:buNone/>
            </a:pPr>
            <a:r>
              <a:rPr lang="fr-FR"/>
              <a:t>Cela peut signifier que le </a:t>
            </a:r>
            <a:r>
              <a:rPr b="1" lang="fr-FR">
                <a:solidFill>
                  <a:schemeClr val="accent1"/>
                </a:solidFill>
              </a:rPr>
              <a:t>régime alimentaire végétal</a:t>
            </a:r>
            <a:r>
              <a:rPr lang="fr-FR"/>
              <a:t> </a:t>
            </a:r>
            <a:endParaRPr/>
          </a:p>
          <a:p>
            <a:pPr indent="0" lvl="0" marL="0" rtl="0" algn="ctr">
              <a:spcBef>
                <a:spcPts val="0"/>
              </a:spcBef>
              <a:spcAft>
                <a:spcPts val="0"/>
              </a:spcAft>
              <a:buClr>
                <a:schemeClr val="dk1"/>
              </a:buClr>
              <a:buSzPts val="1800"/>
              <a:buFont typeface="Arial"/>
              <a:buNone/>
            </a:pPr>
            <a:r>
              <a:rPr lang="fr-FR"/>
              <a:t>pourrait </a:t>
            </a:r>
            <a:r>
              <a:rPr b="1" lang="fr-FR">
                <a:solidFill>
                  <a:srgbClr val="FFFF00"/>
                </a:solidFill>
              </a:rPr>
              <a:t>ne pas répondre aux besoins alimentaires </a:t>
            </a:r>
            <a:endParaRPr b="1">
              <a:solidFill>
                <a:srgbClr val="FFFF00"/>
              </a:solidFill>
            </a:endParaRPr>
          </a:p>
          <a:p>
            <a:pPr indent="0" lvl="0" marL="0" rtl="0" algn="ctr">
              <a:spcBef>
                <a:spcPts val="0"/>
              </a:spcBef>
              <a:spcAft>
                <a:spcPts val="0"/>
              </a:spcAft>
              <a:buClr>
                <a:schemeClr val="dk1"/>
              </a:buClr>
              <a:buSzPts val="1800"/>
              <a:buFont typeface="Arial"/>
              <a:buNone/>
            </a:pPr>
            <a:r>
              <a:rPr lang="fr-FR"/>
              <a:t>de la population dans de nombreux pays </a:t>
            </a:r>
            <a:endParaRPr/>
          </a:p>
          <a:p>
            <a:pPr indent="0" lvl="0" marL="0" rtl="0" algn="ctr">
              <a:spcBef>
                <a:spcPts val="0"/>
              </a:spcBef>
              <a:spcAft>
                <a:spcPts val="0"/>
              </a:spcAft>
              <a:buClr>
                <a:schemeClr val="dk1"/>
              </a:buClr>
              <a:buSzPts val="1800"/>
              <a:buFont typeface="Arial"/>
              <a:buNone/>
            </a:pPr>
            <a:r>
              <a:rPr lang="fr-FR"/>
              <a:t>sans être complété par des produits d'origine animale</a:t>
            </a:r>
            <a:endParaRPr/>
          </a:p>
        </p:txBody>
      </p:sp>
      <p:pic>
        <p:nvPicPr>
          <p:cNvPr id="157" name="Google Shape;157;p6"/>
          <p:cNvPicPr preferRelativeResize="0"/>
          <p:nvPr/>
        </p:nvPicPr>
        <p:blipFill>
          <a:blip r:embed="rId3">
            <a:alphaModFix/>
          </a:blip>
          <a:stretch>
            <a:fillRect/>
          </a:stretch>
        </p:blipFill>
        <p:spPr>
          <a:xfrm>
            <a:off x="7826349" y="1880450"/>
            <a:ext cx="4365650" cy="4977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7"/>
          <p:cNvSpPr txBox="1"/>
          <p:nvPr>
            <p:ph type="title"/>
          </p:nvPr>
        </p:nvSpPr>
        <p:spPr>
          <a:xfrm>
            <a:off x="810000" y="447188"/>
            <a:ext cx="10572000" cy="970500"/>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FEFEFE"/>
              </a:buClr>
              <a:buSzPts val="3200"/>
              <a:buFont typeface="Century Gothic"/>
              <a:buNone/>
            </a:pPr>
            <a:r>
              <a:rPr lang="fr-FR" sz="3200"/>
              <a:t>4) Répartition de la disponibilité intérieure</a:t>
            </a:r>
            <a:endParaRPr/>
          </a:p>
        </p:txBody>
      </p:sp>
      <p:sp>
        <p:nvSpPr>
          <p:cNvPr id="163" name="Google Shape;163;p7"/>
          <p:cNvSpPr txBox="1"/>
          <p:nvPr>
            <p:ph idx="1" type="body"/>
          </p:nvPr>
        </p:nvSpPr>
        <p:spPr>
          <a:xfrm>
            <a:off x="0" y="2222275"/>
            <a:ext cx="5749800" cy="4635600"/>
          </a:xfrm>
          <a:prstGeom prst="rect">
            <a:avLst/>
          </a:prstGeom>
          <a:noFill/>
          <a:ln>
            <a:noFill/>
          </a:ln>
          <a:effectLst>
            <a:outerShdw blurRad="50800">
              <a:srgbClr val="000000">
                <a:alpha val="40000"/>
              </a:srgbClr>
            </a:outerShdw>
          </a:effectLst>
        </p:spPr>
        <p:txBody>
          <a:bodyPr anchorCtr="0" anchor="ctr" bIns="45700" lIns="91425" spcFirstLastPara="1" rIns="91425" wrap="square" tIns="45700">
            <a:normAutofit/>
          </a:bodyPr>
          <a:lstStyle/>
          <a:p>
            <a:pPr indent="-336550" lvl="0" marL="457200" rtl="0" algn="l">
              <a:spcBef>
                <a:spcPts val="0"/>
              </a:spcBef>
              <a:spcAft>
                <a:spcPts val="0"/>
              </a:spcAft>
              <a:buSzPts val="1700"/>
              <a:buChar char="●"/>
            </a:pPr>
            <a:r>
              <a:rPr b="1" lang="fr-FR" sz="1700">
                <a:solidFill>
                  <a:schemeClr val="accent1"/>
                </a:solidFill>
              </a:rPr>
              <a:t>la moitié </a:t>
            </a:r>
            <a:r>
              <a:rPr lang="fr-FR" sz="1700"/>
              <a:t>de l'alimentation est utilisée pour</a:t>
            </a:r>
            <a:r>
              <a:rPr b="1" lang="fr-FR" sz="1700">
                <a:solidFill>
                  <a:schemeClr val="accent1"/>
                </a:solidFill>
              </a:rPr>
              <a:t>         </a:t>
            </a:r>
            <a:r>
              <a:rPr b="1" lang="fr-FR" sz="1700">
                <a:solidFill>
                  <a:srgbClr val="FFFF00"/>
                </a:solidFill>
              </a:rPr>
              <a:t>la nourriture humaine</a:t>
            </a:r>
            <a:endParaRPr sz="1700"/>
          </a:p>
          <a:p>
            <a:pPr indent="0" lvl="0" marL="0" rtl="0" algn="l">
              <a:spcBef>
                <a:spcPts val="0"/>
              </a:spcBef>
              <a:spcAft>
                <a:spcPts val="0"/>
              </a:spcAft>
              <a:buClr>
                <a:schemeClr val="dk1"/>
              </a:buClr>
              <a:buSzPts val="1800"/>
              <a:buFont typeface="Arial"/>
              <a:buNone/>
            </a:pPr>
            <a:r>
              <a:t/>
            </a:r>
            <a:endParaRPr sz="1700"/>
          </a:p>
          <a:p>
            <a:pPr indent="-336550" lvl="0" marL="457200" rtl="0" algn="l">
              <a:spcBef>
                <a:spcPts val="0"/>
              </a:spcBef>
              <a:spcAft>
                <a:spcPts val="0"/>
              </a:spcAft>
              <a:buSzPts val="1700"/>
              <a:buChar char="●"/>
            </a:pPr>
            <a:r>
              <a:rPr b="1" lang="fr-FR" sz="1700">
                <a:solidFill>
                  <a:schemeClr val="accent1"/>
                </a:solidFill>
              </a:rPr>
              <a:t>u</a:t>
            </a:r>
            <a:r>
              <a:rPr b="1" lang="fr-FR" sz="1700">
                <a:solidFill>
                  <a:schemeClr val="accent1"/>
                </a:solidFill>
              </a:rPr>
              <a:t>n quart </a:t>
            </a:r>
            <a:r>
              <a:rPr lang="fr-FR" sz="1700"/>
              <a:t>des aliments est utilisé pour                    </a:t>
            </a:r>
            <a:r>
              <a:rPr b="1" lang="fr-FR" sz="1700">
                <a:solidFill>
                  <a:srgbClr val="FFFF00"/>
                </a:solidFill>
              </a:rPr>
              <a:t>le traitement </a:t>
            </a:r>
            <a:r>
              <a:rPr lang="fr-FR" sz="1700"/>
              <a:t>(par exemple, pour fabriquer d'autres produits alimentaires, congélation, etc.)</a:t>
            </a:r>
            <a:endParaRPr sz="1700"/>
          </a:p>
          <a:p>
            <a:pPr indent="0" lvl="0" marL="457200" rtl="0" algn="l">
              <a:spcBef>
                <a:spcPts val="0"/>
              </a:spcBef>
              <a:spcAft>
                <a:spcPts val="0"/>
              </a:spcAft>
              <a:buNone/>
            </a:pPr>
            <a:r>
              <a:t/>
            </a:r>
            <a:endParaRPr sz="1700"/>
          </a:p>
          <a:p>
            <a:pPr indent="-336550" lvl="0" marL="457200" rtl="0" algn="l">
              <a:spcBef>
                <a:spcPts val="0"/>
              </a:spcBef>
              <a:spcAft>
                <a:spcPts val="0"/>
              </a:spcAft>
              <a:buSzPts val="1700"/>
              <a:buChar char="●"/>
            </a:pPr>
            <a:r>
              <a:rPr b="1" lang="fr-FR" sz="1700">
                <a:solidFill>
                  <a:schemeClr val="accent1"/>
                </a:solidFill>
              </a:rPr>
              <a:t>5 % </a:t>
            </a:r>
            <a:r>
              <a:rPr lang="fr-FR" sz="1700"/>
              <a:t>des ressources sont </a:t>
            </a:r>
            <a:r>
              <a:rPr b="1" lang="fr-FR" sz="1700">
                <a:solidFill>
                  <a:srgbClr val="FFFF00"/>
                </a:solidFill>
              </a:rPr>
              <a:t>perdues</a:t>
            </a:r>
            <a:r>
              <a:rPr lang="fr-FR" sz="1700"/>
              <a:t>, ce qui indique un problème d'utilisation inefficace des produits</a:t>
            </a:r>
            <a:endParaRPr sz="1700"/>
          </a:p>
          <a:p>
            <a:pPr indent="0" lvl="0" marL="457200" rtl="0" algn="l">
              <a:spcBef>
                <a:spcPts val="0"/>
              </a:spcBef>
              <a:spcAft>
                <a:spcPts val="0"/>
              </a:spcAft>
              <a:buNone/>
            </a:pPr>
            <a:r>
              <a:t/>
            </a:r>
            <a:endParaRPr sz="1700"/>
          </a:p>
          <a:p>
            <a:pPr indent="-336550" lvl="0" marL="457200" rtl="0" algn="l">
              <a:spcBef>
                <a:spcPts val="0"/>
              </a:spcBef>
              <a:spcAft>
                <a:spcPts val="0"/>
              </a:spcAft>
              <a:buSzPts val="1700"/>
              <a:buChar char="●"/>
            </a:pPr>
            <a:r>
              <a:rPr b="1" lang="fr-FR" sz="1700">
                <a:solidFill>
                  <a:schemeClr val="accent1"/>
                </a:solidFill>
              </a:rPr>
              <a:t>seulement 1,7 % </a:t>
            </a:r>
            <a:r>
              <a:rPr lang="fr-FR" sz="1700"/>
              <a:t>sont allouées aux </a:t>
            </a:r>
            <a:r>
              <a:rPr b="1" lang="fr-FR" sz="1700">
                <a:solidFill>
                  <a:srgbClr val="FFFF00"/>
                </a:solidFill>
              </a:rPr>
              <a:t>semences </a:t>
            </a:r>
            <a:r>
              <a:rPr lang="fr-FR" sz="1700"/>
              <a:t>(soit peu d'investissements dans la réhabilitation agricole, soit une grande efficacité dans l'utilisation des semences)</a:t>
            </a:r>
            <a:endParaRPr sz="1700"/>
          </a:p>
        </p:txBody>
      </p:sp>
      <p:pic>
        <p:nvPicPr>
          <p:cNvPr id="164" name="Google Shape;164;p7"/>
          <p:cNvPicPr preferRelativeResize="0"/>
          <p:nvPr/>
        </p:nvPicPr>
        <p:blipFill>
          <a:blip r:embed="rId3">
            <a:alphaModFix/>
          </a:blip>
          <a:stretch>
            <a:fillRect/>
          </a:stretch>
        </p:blipFill>
        <p:spPr>
          <a:xfrm>
            <a:off x="5783961" y="1888378"/>
            <a:ext cx="6408039" cy="4969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8"/>
          <p:cNvSpPr txBox="1"/>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FEFEFE"/>
              </a:buClr>
              <a:buSzPts val="3200"/>
              <a:buFont typeface="Century Gothic"/>
              <a:buNone/>
            </a:pPr>
            <a:r>
              <a:rPr lang="fr-FR" sz="3200"/>
              <a:t>5) Part de l’utilisation des </a:t>
            </a:r>
            <a:r>
              <a:rPr lang="fr-FR" sz="3200">
                <a:solidFill>
                  <a:srgbClr val="FFFF00"/>
                </a:solidFill>
              </a:rPr>
              <a:t>principales céréales</a:t>
            </a:r>
            <a:r>
              <a:rPr lang="fr-FR" sz="3200"/>
              <a:t> entre l’alimentation humaine et animale</a:t>
            </a:r>
            <a:endParaRPr/>
          </a:p>
        </p:txBody>
      </p:sp>
      <p:pic>
        <p:nvPicPr>
          <p:cNvPr id="170" name="Google Shape;170;p8"/>
          <p:cNvPicPr preferRelativeResize="0"/>
          <p:nvPr/>
        </p:nvPicPr>
        <p:blipFill>
          <a:blip r:embed="rId3">
            <a:alphaModFix/>
          </a:blip>
          <a:stretch>
            <a:fillRect/>
          </a:stretch>
        </p:blipFill>
        <p:spPr>
          <a:xfrm>
            <a:off x="4975650" y="1894925"/>
            <a:ext cx="7216350" cy="4963075"/>
          </a:xfrm>
          <a:prstGeom prst="rect">
            <a:avLst/>
          </a:prstGeom>
          <a:noFill/>
          <a:ln>
            <a:noFill/>
          </a:ln>
        </p:spPr>
      </p:pic>
      <p:sp>
        <p:nvSpPr>
          <p:cNvPr id="171" name="Google Shape;171;p8"/>
          <p:cNvSpPr txBox="1"/>
          <p:nvPr>
            <p:ph idx="1" type="body"/>
          </p:nvPr>
        </p:nvSpPr>
        <p:spPr>
          <a:xfrm>
            <a:off x="0" y="1894800"/>
            <a:ext cx="4975800" cy="4963200"/>
          </a:xfrm>
          <a:prstGeom prst="rect">
            <a:avLst/>
          </a:prstGeom>
          <a:noFill/>
          <a:ln>
            <a:noFill/>
          </a:ln>
          <a:effectLst>
            <a:outerShdw blurRad="50800">
              <a:srgbClr val="000000">
                <a:alpha val="40000"/>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1800"/>
              <a:buFont typeface="Arial"/>
              <a:buNone/>
            </a:pPr>
            <a:r>
              <a:rPr lang="fr-FR" sz="1600"/>
              <a:t>La répartition de l'utilisation des céréales entre les humains et les animaux </a:t>
            </a:r>
            <a:r>
              <a:rPr b="1" lang="fr-FR" sz="1600">
                <a:solidFill>
                  <a:schemeClr val="accent1"/>
                </a:solidFill>
              </a:rPr>
              <a:t>pour l'ensemble des cultures </a:t>
            </a:r>
            <a:r>
              <a:rPr lang="fr-FR" sz="1600"/>
              <a:t>est</a:t>
            </a:r>
            <a:r>
              <a:rPr b="1" lang="fr-FR" sz="1600">
                <a:solidFill>
                  <a:schemeClr val="accent1"/>
                </a:solidFill>
              </a:rPr>
              <a:t> </a:t>
            </a:r>
            <a:r>
              <a:rPr lang="fr-FR" sz="1600"/>
              <a:t>peu différente :  </a:t>
            </a:r>
            <a:r>
              <a:rPr b="1" lang="fr-FR" sz="1600">
                <a:solidFill>
                  <a:srgbClr val="FFFF00"/>
                </a:solidFill>
              </a:rPr>
              <a:t>54,09%</a:t>
            </a:r>
            <a:r>
              <a:rPr lang="fr-FR" sz="1600"/>
              <a:t> pour les humains et </a:t>
            </a:r>
            <a:r>
              <a:rPr b="1" lang="fr-FR" sz="1600">
                <a:solidFill>
                  <a:srgbClr val="FFFF00"/>
                </a:solidFill>
              </a:rPr>
              <a:t>45,91%</a:t>
            </a:r>
            <a:r>
              <a:rPr lang="fr-FR" sz="1600"/>
              <a:t> pour les animaux</a:t>
            </a:r>
            <a:endParaRPr sz="1600"/>
          </a:p>
          <a:p>
            <a:pPr indent="0" lvl="0" marL="0" rtl="0" algn="ctr">
              <a:spcBef>
                <a:spcPts val="0"/>
              </a:spcBef>
              <a:spcAft>
                <a:spcPts val="0"/>
              </a:spcAft>
              <a:buClr>
                <a:schemeClr val="dk1"/>
              </a:buClr>
              <a:buSzPts val="1800"/>
              <a:buFont typeface="Arial"/>
              <a:buNone/>
            </a:pPr>
            <a:r>
              <a:t/>
            </a:r>
            <a:endParaRPr sz="1600"/>
          </a:p>
          <a:p>
            <a:pPr indent="0" lvl="0" marL="0" rtl="0" algn="ctr">
              <a:spcBef>
                <a:spcPts val="0"/>
              </a:spcBef>
              <a:spcAft>
                <a:spcPts val="0"/>
              </a:spcAft>
              <a:buClr>
                <a:schemeClr val="dk1"/>
              </a:buClr>
              <a:buSzPts val="1800"/>
              <a:buFont typeface="Arial"/>
              <a:buNone/>
            </a:pPr>
            <a:r>
              <a:rPr lang="fr-FR" sz="1600"/>
              <a:t>Toutefois, une analyse détaillée des céréales </a:t>
            </a:r>
            <a:endParaRPr sz="1600"/>
          </a:p>
          <a:p>
            <a:pPr indent="0" lvl="0" marL="0" rtl="0" algn="ctr">
              <a:spcBef>
                <a:spcPts val="0"/>
              </a:spcBef>
              <a:spcAft>
                <a:spcPts val="0"/>
              </a:spcAft>
              <a:buClr>
                <a:schemeClr val="dk1"/>
              </a:buClr>
              <a:buSzPts val="1800"/>
              <a:buFont typeface="Arial"/>
              <a:buNone/>
            </a:pPr>
            <a:r>
              <a:rPr lang="fr-FR" sz="1600"/>
              <a:t>a montré </a:t>
            </a:r>
            <a:r>
              <a:rPr b="1" lang="fr-FR" sz="1600">
                <a:solidFill>
                  <a:schemeClr val="accent1"/>
                </a:solidFill>
              </a:rPr>
              <a:t>une grande variété</a:t>
            </a:r>
            <a:r>
              <a:rPr lang="fr-FR" sz="1600"/>
              <a:t> dans l'utilisation </a:t>
            </a:r>
            <a:r>
              <a:rPr b="1" lang="fr-FR" sz="1600">
                <a:solidFill>
                  <a:srgbClr val="FFFF00"/>
                </a:solidFill>
              </a:rPr>
              <a:t>des différentes catégories</a:t>
            </a:r>
            <a:r>
              <a:rPr lang="fr-FR" sz="1600"/>
              <a:t> en tant qu'aliments pour les humains et les animaux</a:t>
            </a:r>
            <a:endParaRPr sz="1600"/>
          </a:p>
          <a:p>
            <a:pPr indent="0" lvl="0" marL="0" rtl="0" algn="l">
              <a:spcBef>
                <a:spcPts val="0"/>
              </a:spcBef>
              <a:spcAft>
                <a:spcPts val="0"/>
              </a:spcAft>
              <a:buClr>
                <a:schemeClr val="dk1"/>
              </a:buClr>
              <a:buSzPts val="1800"/>
              <a:buFont typeface="Arial"/>
              <a:buNone/>
            </a:pPr>
            <a:r>
              <a:t/>
            </a:r>
            <a:endParaRPr b="1" sz="1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9"/>
          <p:cNvSpPr txBox="1"/>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FEFEFE"/>
              </a:buClr>
              <a:buSzPts val="3200"/>
              <a:buFont typeface="Century Gothic"/>
              <a:buNone/>
            </a:pPr>
            <a:r>
              <a:rPr lang="fr-FR" sz="3200"/>
              <a:t>6) Liste des 10 pays où la proportion de personnes en état de sous-nutrition est </a:t>
            </a:r>
            <a:r>
              <a:rPr lang="fr-FR" sz="3200">
                <a:solidFill>
                  <a:srgbClr val="FFFF00"/>
                </a:solidFill>
              </a:rPr>
              <a:t>la plus forte en 2017</a:t>
            </a:r>
            <a:endParaRPr>
              <a:solidFill>
                <a:srgbClr val="FFFF00"/>
              </a:solidFill>
            </a:endParaRPr>
          </a:p>
        </p:txBody>
      </p:sp>
      <p:sp>
        <p:nvSpPr>
          <p:cNvPr id="177" name="Google Shape;177;p9"/>
          <p:cNvSpPr txBox="1"/>
          <p:nvPr>
            <p:ph idx="1" type="body"/>
          </p:nvPr>
        </p:nvSpPr>
        <p:spPr>
          <a:xfrm>
            <a:off x="125700" y="2159325"/>
            <a:ext cx="4146300" cy="4441500"/>
          </a:xfrm>
          <a:prstGeom prst="rect">
            <a:avLst/>
          </a:prstGeom>
          <a:noFill/>
          <a:ln>
            <a:noFill/>
          </a:ln>
          <a:effectLst>
            <a:outerShdw blurRad="50800">
              <a:srgbClr val="000000">
                <a:alpha val="40000"/>
              </a:srgbClr>
            </a:outerShdw>
          </a:effectLst>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800"/>
              <a:buFont typeface="Arial"/>
              <a:buNone/>
            </a:pPr>
            <a:r>
              <a:t/>
            </a:r>
            <a:endParaRPr sz="1600"/>
          </a:p>
          <a:p>
            <a:pPr indent="0" lvl="0" marL="0" rtl="0" algn="ctr">
              <a:spcBef>
                <a:spcPts val="0"/>
              </a:spcBef>
              <a:spcAft>
                <a:spcPts val="0"/>
              </a:spcAft>
              <a:buNone/>
            </a:pPr>
            <a:r>
              <a:t/>
            </a:r>
            <a:endParaRPr b="1" sz="1700">
              <a:solidFill>
                <a:srgbClr val="FFFF00"/>
              </a:solidFill>
            </a:endParaRPr>
          </a:p>
          <a:p>
            <a:pPr indent="0" lvl="0" marL="0" rtl="0" algn="ctr">
              <a:spcBef>
                <a:spcPts val="0"/>
              </a:spcBef>
              <a:spcAft>
                <a:spcPts val="0"/>
              </a:spcAft>
              <a:buNone/>
            </a:pPr>
            <a:r>
              <a:rPr b="1" lang="fr-FR" sz="1700">
                <a:solidFill>
                  <a:srgbClr val="FFFF00"/>
                </a:solidFill>
              </a:rPr>
              <a:t>La moitié</a:t>
            </a:r>
            <a:r>
              <a:rPr lang="fr-FR" sz="1700"/>
              <a:t> de la population est sous-nourrie dans des pays comme </a:t>
            </a:r>
            <a:r>
              <a:rPr b="1" lang="fr-FR" sz="1700">
                <a:solidFill>
                  <a:schemeClr val="accent1"/>
                </a:solidFill>
              </a:rPr>
              <a:t>Haïti et la Corée du Nord</a:t>
            </a:r>
            <a:endParaRPr sz="1700"/>
          </a:p>
          <a:p>
            <a:pPr indent="0" lvl="0" marL="0" rtl="0" algn="ctr">
              <a:spcBef>
                <a:spcPts val="0"/>
              </a:spcBef>
              <a:spcAft>
                <a:spcPts val="0"/>
              </a:spcAft>
              <a:buNone/>
            </a:pPr>
            <a:r>
              <a:t/>
            </a:r>
            <a:endParaRPr sz="1700"/>
          </a:p>
          <a:p>
            <a:pPr indent="0" lvl="0" marL="0" rtl="0" algn="ctr">
              <a:spcBef>
                <a:spcPts val="0"/>
              </a:spcBef>
              <a:spcAft>
                <a:spcPts val="0"/>
              </a:spcAft>
              <a:buNone/>
            </a:pPr>
            <a:r>
              <a:t/>
            </a:r>
            <a:endParaRPr sz="1700"/>
          </a:p>
          <a:p>
            <a:pPr indent="0" lvl="0" marL="0" rtl="0" algn="ctr">
              <a:spcBef>
                <a:spcPts val="0"/>
              </a:spcBef>
              <a:spcAft>
                <a:spcPts val="0"/>
              </a:spcAft>
              <a:buNone/>
            </a:pPr>
            <a:r>
              <a:rPr b="1" lang="fr-FR" sz="1700">
                <a:solidFill>
                  <a:srgbClr val="FFFF00"/>
                </a:solidFill>
              </a:rPr>
              <a:t>6 des 10 pays</a:t>
            </a:r>
            <a:r>
              <a:rPr lang="fr-FR" sz="1700"/>
              <a:t> de la liste </a:t>
            </a:r>
            <a:r>
              <a:rPr b="1" lang="fr-FR" sz="1700">
                <a:solidFill>
                  <a:schemeClr val="accent1"/>
                </a:solidFill>
              </a:rPr>
              <a:t>se trouvent en Afrique</a:t>
            </a:r>
            <a:r>
              <a:rPr lang="fr-FR" sz="1700"/>
              <a:t>, ce qui met en évidence les graves problèmes de sécurité alimentaire qui se posent sur le continent</a:t>
            </a:r>
            <a:endParaRPr sz="1700"/>
          </a:p>
          <a:p>
            <a:pPr indent="0" lvl="0" marL="0" rtl="0" algn="l">
              <a:spcBef>
                <a:spcPts val="0"/>
              </a:spcBef>
              <a:spcAft>
                <a:spcPts val="0"/>
              </a:spcAft>
              <a:buNone/>
            </a:pPr>
            <a:r>
              <a:t/>
            </a:r>
            <a:endParaRPr sz="1600"/>
          </a:p>
          <a:p>
            <a:pPr indent="0" lvl="0" marL="0" rtl="0" algn="l">
              <a:spcBef>
                <a:spcPts val="0"/>
              </a:spcBef>
              <a:spcAft>
                <a:spcPts val="0"/>
              </a:spcAft>
              <a:buNone/>
            </a:pPr>
            <a:r>
              <a:t/>
            </a:r>
            <a:endParaRPr i="1" sz="1600"/>
          </a:p>
        </p:txBody>
      </p:sp>
      <p:pic>
        <p:nvPicPr>
          <p:cNvPr id="178" name="Google Shape;178;p9"/>
          <p:cNvPicPr preferRelativeResize="0"/>
          <p:nvPr/>
        </p:nvPicPr>
        <p:blipFill>
          <a:blip r:embed="rId3">
            <a:alphaModFix/>
          </a:blip>
          <a:stretch>
            <a:fillRect/>
          </a:stretch>
        </p:blipFill>
        <p:spPr>
          <a:xfrm>
            <a:off x="4418611" y="1880402"/>
            <a:ext cx="7773389" cy="4977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0"/>
          <p:cNvSpPr txBox="1"/>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FEFEFE"/>
              </a:buClr>
              <a:buSzPts val="3200"/>
              <a:buFont typeface="Century Gothic"/>
              <a:buNone/>
            </a:pPr>
            <a:r>
              <a:rPr lang="fr-FR" sz="3200"/>
              <a:t>7) Liste des 10 pays qui ont </a:t>
            </a:r>
            <a:r>
              <a:rPr lang="fr-FR" sz="3200">
                <a:solidFill>
                  <a:srgbClr val="FFFF00"/>
                </a:solidFill>
              </a:rPr>
              <a:t>le plus bénéficié</a:t>
            </a:r>
            <a:r>
              <a:rPr lang="fr-FR" sz="3200"/>
              <a:t> de l’aide alimentaire entre 2013 et 2016</a:t>
            </a:r>
            <a:endParaRPr/>
          </a:p>
        </p:txBody>
      </p:sp>
      <p:sp>
        <p:nvSpPr>
          <p:cNvPr id="184" name="Google Shape;184;p10"/>
          <p:cNvSpPr txBox="1"/>
          <p:nvPr>
            <p:ph idx="1" type="body"/>
          </p:nvPr>
        </p:nvSpPr>
        <p:spPr>
          <a:xfrm>
            <a:off x="0" y="2159325"/>
            <a:ext cx="4858500" cy="4698600"/>
          </a:xfrm>
          <a:prstGeom prst="rect">
            <a:avLst/>
          </a:prstGeom>
          <a:noFill/>
          <a:ln>
            <a:noFill/>
          </a:ln>
          <a:effectLst>
            <a:outerShdw blurRad="50800">
              <a:srgbClr val="000000">
                <a:alpha val="40000"/>
              </a:srgbClr>
            </a:outerShdw>
          </a:effectLst>
        </p:spPr>
        <p:txBody>
          <a:bodyPr anchorCtr="0" anchor="ctr"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ctr">
              <a:spcBef>
                <a:spcPts val="0"/>
              </a:spcBef>
              <a:spcAft>
                <a:spcPts val="0"/>
              </a:spcAft>
              <a:buNone/>
            </a:pPr>
            <a:r>
              <a:rPr lang="fr-FR" sz="1600"/>
              <a:t>Les </a:t>
            </a:r>
            <a:r>
              <a:rPr b="1" lang="fr-FR" sz="1600">
                <a:solidFill>
                  <a:schemeClr val="accent1"/>
                </a:solidFill>
              </a:rPr>
              <a:t>trois pays en tête</a:t>
            </a:r>
            <a:r>
              <a:rPr lang="fr-FR" sz="1600"/>
              <a:t> (plus d'un </a:t>
            </a:r>
            <a:r>
              <a:rPr b="1" lang="fr-FR" sz="1600">
                <a:solidFill>
                  <a:srgbClr val="FFFF00"/>
                </a:solidFill>
              </a:rPr>
              <a:t>million de tonnes d'aide alimentaire</a:t>
            </a:r>
            <a:r>
              <a:rPr lang="fr-FR" sz="1600"/>
              <a:t>) sont la </a:t>
            </a:r>
            <a:r>
              <a:rPr b="1" lang="fr-FR" sz="1600">
                <a:solidFill>
                  <a:schemeClr val="accent1"/>
                </a:solidFill>
              </a:rPr>
              <a:t>Syrie, l'Éthiopie et le Yémen</a:t>
            </a:r>
            <a:r>
              <a:rPr lang="fr-FR" sz="1600"/>
              <a:t>, en raison des guerres civiles et de la sécheresse prolongée qui sévissent dans ces pays</a:t>
            </a:r>
            <a:endParaRPr sz="1600"/>
          </a:p>
          <a:p>
            <a:pPr indent="0" lvl="0" marL="0" rtl="0" algn="ctr">
              <a:spcBef>
                <a:spcPts val="0"/>
              </a:spcBef>
              <a:spcAft>
                <a:spcPts val="0"/>
              </a:spcAft>
              <a:buNone/>
            </a:pPr>
            <a:r>
              <a:t/>
            </a:r>
            <a:endParaRPr sz="1600"/>
          </a:p>
          <a:p>
            <a:pPr indent="0" lvl="0" marL="0" rtl="0" algn="ctr">
              <a:spcBef>
                <a:spcPts val="0"/>
              </a:spcBef>
              <a:spcAft>
                <a:spcPts val="0"/>
              </a:spcAft>
              <a:buNone/>
            </a:pPr>
            <a:r>
              <a:t/>
            </a:r>
            <a:endParaRPr sz="1600"/>
          </a:p>
          <a:p>
            <a:pPr indent="0" lvl="0" marL="0" rtl="0" algn="ctr">
              <a:spcBef>
                <a:spcPts val="0"/>
              </a:spcBef>
              <a:spcAft>
                <a:spcPts val="0"/>
              </a:spcAft>
              <a:buNone/>
            </a:pPr>
            <a:r>
              <a:rPr b="1" lang="fr-FR" sz="1600">
                <a:solidFill>
                  <a:schemeClr val="accent1"/>
                </a:solidFill>
              </a:rPr>
              <a:t>Le continent africain domine</a:t>
            </a:r>
            <a:r>
              <a:rPr lang="fr-FR" sz="1600"/>
              <a:t> : la liste comprend </a:t>
            </a:r>
            <a:r>
              <a:rPr b="1" lang="fr-FR" sz="1600">
                <a:solidFill>
                  <a:srgbClr val="FFFF00"/>
                </a:solidFill>
              </a:rPr>
              <a:t>de nombreux pays africains</a:t>
            </a:r>
            <a:r>
              <a:rPr lang="fr-FR" sz="1600"/>
              <a:t>, ce qui indique des problèmes de sécurité alimentaire généralisés dans la région en raison de la combinaison du changement climatique, des conflits et de l'instabilité économique</a:t>
            </a:r>
            <a:endParaRPr sz="1600"/>
          </a:p>
          <a:p>
            <a:pPr indent="0" lvl="0" marL="0" rtl="0" algn="ctr">
              <a:spcBef>
                <a:spcPts val="0"/>
              </a:spcBef>
              <a:spcAft>
                <a:spcPts val="0"/>
              </a:spcAft>
              <a:buNone/>
            </a:pPr>
            <a:r>
              <a:t/>
            </a:r>
            <a:endParaRPr sz="1600"/>
          </a:p>
          <a:p>
            <a:pPr indent="0" lvl="0" marL="0" rtl="0" algn="ctr">
              <a:spcBef>
                <a:spcPts val="0"/>
              </a:spcBef>
              <a:spcAft>
                <a:spcPts val="0"/>
              </a:spcAft>
              <a:buNone/>
            </a:pPr>
            <a:r>
              <a:t/>
            </a:r>
            <a:endParaRPr sz="1600"/>
          </a:p>
        </p:txBody>
      </p:sp>
      <p:pic>
        <p:nvPicPr>
          <p:cNvPr id="185" name="Google Shape;185;p10"/>
          <p:cNvPicPr preferRelativeResize="0"/>
          <p:nvPr/>
        </p:nvPicPr>
        <p:blipFill>
          <a:blip r:embed="rId3">
            <a:alphaModFix/>
          </a:blip>
          <a:stretch>
            <a:fillRect/>
          </a:stretch>
        </p:blipFill>
        <p:spPr>
          <a:xfrm>
            <a:off x="4882698" y="1880427"/>
            <a:ext cx="7309301" cy="4977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2233f607d43_0_0"/>
          <p:cNvSpPr txBox="1"/>
          <p:nvPr>
            <p:ph type="title"/>
          </p:nvPr>
        </p:nvSpPr>
        <p:spPr>
          <a:xfrm>
            <a:off x="810000" y="447188"/>
            <a:ext cx="10572000" cy="970500"/>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FEFEFE"/>
              </a:buClr>
              <a:buSzPts val="3200"/>
              <a:buFont typeface="Century Gothic"/>
              <a:buNone/>
            </a:pPr>
            <a:r>
              <a:rPr lang="fr-FR" sz="3200"/>
              <a:t>8) Évolution de l’aide alimentaire pour les 5 pays qui en ont </a:t>
            </a:r>
            <a:r>
              <a:rPr lang="fr-FR" sz="3200">
                <a:solidFill>
                  <a:srgbClr val="FFFF00"/>
                </a:solidFill>
              </a:rPr>
              <a:t>le plus bénéficié</a:t>
            </a:r>
            <a:r>
              <a:rPr lang="fr-FR" sz="3200"/>
              <a:t> entre 2013 et 2016</a:t>
            </a:r>
            <a:endParaRPr/>
          </a:p>
        </p:txBody>
      </p:sp>
      <p:sp>
        <p:nvSpPr>
          <p:cNvPr id="191" name="Google Shape;191;g2233f607d43_0_0"/>
          <p:cNvSpPr txBox="1"/>
          <p:nvPr>
            <p:ph idx="1" type="body"/>
          </p:nvPr>
        </p:nvSpPr>
        <p:spPr>
          <a:xfrm>
            <a:off x="36050" y="2159325"/>
            <a:ext cx="4631100" cy="4661100"/>
          </a:xfrm>
          <a:prstGeom prst="rect">
            <a:avLst/>
          </a:prstGeom>
          <a:noFill/>
          <a:ln>
            <a:noFill/>
          </a:ln>
          <a:effectLst>
            <a:outerShdw blurRad="50800">
              <a:srgbClr val="000000">
                <a:alpha val="40000"/>
              </a:srgbClr>
            </a:outerShdw>
          </a:effectLst>
        </p:spPr>
        <p:txBody>
          <a:bodyPr anchorCtr="0" anchor="ctr" bIns="45700" lIns="91425" spcFirstLastPara="1" rIns="91425" wrap="square" tIns="45700">
            <a:normAutofit/>
          </a:bodyPr>
          <a:lstStyle/>
          <a:p>
            <a:pPr indent="0" lvl="0" marL="0" rtl="0" algn="ctr">
              <a:spcBef>
                <a:spcPts val="0"/>
              </a:spcBef>
              <a:spcAft>
                <a:spcPts val="0"/>
              </a:spcAft>
              <a:buNone/>
            </a:pPr>
            <a:r>
              <a:rPr b="1" lang="fr-FR" sz="1600">
                <a:solidFill>
                  <a:schemeClr val="accent1"/>
                </a:solidFill>
              </a:rPr>
              <a:t>La Syrie</a:t>
            </a:r>
            <a:r>
              <a:rPr lang="fr-FR" sz="1600"/>
              <a:t> a reçu l'aide alimentaire </a:t>
            </a:r>
            <a:r>
              <a:rPr b="1" lang="fr-FR" sz="1600">
                <a:solidFill>
                  <a:srgbClr val="FFFF00"/>
                </a:solidFill>
              </a:rPr>
              <a:t>la plus massive</a:t>
            </a:r>
            <a:r>
              <a:rPr lang="fr-FR" sz="1600"/>
              <a:t> tout au long de la période</a:t>
            </a:r>
            <a:endParaRPr sz="1600"/>
          </a:p>
          <a:p>
            <a:pPr indent="0" lvl="0" marL="0" rtl="0" algn="ctr">
              <a:spcBef>
                <a:spcPts val="0"/>
              </a:spcBef>
              <a:spcAft>
                <a:spcPts val="0"/>
              </a:spcAft>
              <a:buNone/>
            </a:pPr>
            <a:r>
              <a:t/>
            </a:r>
            <a:endParaRPr sz="1600"/>
          </a:p>
          <a:p>
            <a:pPr indent="0" lvl="0" marL="0" rtl="0" algn="ctr">
              <a:spcBef>
                <a:spcPts val="0"/>
              </a:spcBef>
              <a:spcAft>
                <a:spcPts val="0"/>
              </a:spcAft>
              <a:buNone/>
            </a:pPr>
            <a:r>
              <a:t/>
            </a:r>
            <a:endParaRPr sz="1600"/>
          </a:p>
          <a:p>
            <a:pPr indent="0" lvl="0" marL="0" rtl="0" algn="ctr">
              <a:spcBef>
                <a:spcPts val="0"/>
              </a:spcBef>
              <a:spcAft>
                <a:spcPts val="0"/>
              </a:spcAft>
              <a:buNone/>
            </a:pPr>
            <a:r>
              <a:rPr lang="fr-FR" sz="1600"/>
              <a:t>Les volumes d'aide alimentaire pour le </a:t>
            </a:r>
            <a:r>
              <a:rPr b="1" lang="fr-FR" sz="1600">
                <a:solidFill>
                  <a:schemeClr val="accent1"/>
                </a:solidFill>
              </a:rPr>
              <a:t>Soudan et le Sud-Soudan</a:t>
            </a:r>
            <a:r>
              <a:rPr lang="fr-FR" sz="1600"/>
              <a:t> montrent une certaine </a:t>
            </a:r>
            <a:r>
              <a:rPr b="1" lang="fr-FR" sz="1600">
                <a:solidFill>
                  <a:srgbClr val="FFFF00"/>
                </a:solidFill>
              </a:rPr>
              <a:t>instabilité</a:t>
            </a:r>
            <a:endParaRPr b="1" sz="1600">
              <a:solidFill>
                <a:srgbClr val="FFFF00"/>
              </a:solidFill>
            </a:endParaRPr>
          </a:p>
          <a:p>
            <a:pPr indent="0" lvl="0" marL="0" rtl="0" algn="ctr">
              <a:spcBef>
                <a:spcPts val="0"/>
              </a:spcBef>
              <a:spcAft>
                <a:spcPts val="0"/>
              </a:spcAft>
              <a:buNone/>
            </a:pPr>
            <a:r>
              <a:t/>
            </a:r>
            <a:endParaRPr b="1" sz="1600">
              <a:solidFill>
                <a:srgbClr val="FFFF00"/>
              </a:solidFill>
            </a:endParaRPr>
          </a:p>
          <a:p>
            <a:pPr indent="0" lvl="0" marL="0" rtl="0" algn="ctr">
              <a:spcBef>
                <a:spcPts val="0"/>
              </a:spcBef>
              <a:spcAft>
                <a:spcPts val="0"/>
              </a:spcAft>
              <a:buNone/>
            </a:pPr>
            <a:r>
              <a:t/>
            </a:r>
            <a:endParaRPr b="1" sz="1600">
              <a:solidFill>
                <a:srgbClr val="FFFF00"/>
              </a:solidFill>
            </a:endParaRPr>
          </a:p>
          <a:p>
            <a:pPr indent="0" lvl="0" marL="0" rtl="0" algn="ctr">
              <a:spcBef>
                <a:spcPts val="0"/>
              </a:spcBef>
              <a:spcAft>
                <a:spcPts val="0"/>
              </a:spcAft>
              <a:buNone/>
            </a:pPr>
            <a:r>
              <a:rPr b="1" lang="fr-FR" sz="1600">
                <a:solidFill>
                  <a:schemeClr val="accent1"/>
                </a:solidFill>
              </a:rPr>
              <a:t>Le Yémen</a:t>
            </a:r>
            <a:r>
              <a:rPr lang="fr-FR" sz="1600"/>
              <a:t> affiche </a:t>
            </a:r>
            <a:r>
              <a:rPr b="1" lang="fr-FR" sz="1600">
                <a:solidFill>
                  <a:srgbClr val="FFFF00"/>
                </a:solidFill>
              </a:rPr>
              <a:t>une forte augmentation</a:t>
            </a:r>
            <a:r>
              <a:rPr lang="fr-FR" sz="1600"/>
              <a:t> de l'aide en 2014, en raison de l'intensification de la crise due au conflit armé</a:t>
            </a:r>
            <a:endParaRPr sz="1600"/>
          </a:p>
        </p:txBody>
      </p:sp>
      <p:pic>
        <p:nvPicPr>
          <p:cNvPr id="192" name="Google Shape;192;g2233f607d43_0_0"/>
          <p:cNvPicPr preferRelativeResize="0"/>
          <p:nvPr/>
        </p:nvPicPr>
        <p:blipFill>
          <a:blip r:embed="rId3">
            <a:alphaModFix/>
          </a:blip>
          <a:stretch>
            <a:fillRect/>
          </a:stretch>
        </p:blipFill>
        <p:spPr>
          <a:xfrm>
            <a:off x="4844864" y="1901878"/>
            <a:ext cx="7347136" cy="4956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1"/>
          <p:cNvSpPr txBox="1"/>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FEFEFE"/>
              </a:buClr>
              <a:buSzPts val="3200"/>
              <a:buFont typeface="Century Gothic"/>
              <a:buNone/>
            </a:pPr>
            <a:r>
              <a:rPr lang="fr-FR" sz="3200"/>
              <a:t>9) Liste des 10 pays qui ont </a:t>
            </a:r>
            <a:r>
              <a:rPr lang="fr-FR" sz="3200">
                <a:solidFill>
                  <a:srgbClr val="FFFF00"/>
                </a:solidFill>
              </a:rPr>
              <a:t>la plus forte</a:t>
            </a:r>
            <a:r>
              <a:rPr lang="fr-FR" sz="3200"/>
              <a:t> disponibilité alimentaire par habitant</a:t>
            </a:r>
            <a:endParaRPr sz="3200"/>
          </a:p>
        </p:txBody>
      </p:sp>
      <p:sp>
        <p:nvSpPr>
          <p:cNvPr id="198" name="Google Shape;198;p11"/>
          <p:cNvSpPr txBox="1"/>
          <p:nvPr>
            <p:ph idx="1" type="body"/>
          </p:nvPr>
        </p:nvSpPr>
        <p:spPr>
          <a:xfrm>
            <a:off x="0" y="1912525"/>
            <a:ext cx="5824200" cy="4945500"/>
          </a:xfrm>
          <a:prstGeom prst="rect">
            <a:avLst/>
          </a:prstGeom>
          <a:noFill/>
          <a:ln>
            <a:noFill/>
          </a:ln>
          <a:effectLst>
            <a:outerShdw blurRad="50800">
              <a:srgbClr val="000000">
                <a:alpha val="40000"/>
              </a:srgbClr>
            </a:outerShdw>
          </a:effectLst>
        </p:spPr>
        <p:txBody>
          <a:bodyPr anchorCtr="0" anchor="ctr" bIns="45700" lIns="91425" spcFirstLastPara="1" rIns="91425" wrap="square" tIns="45700">
            <a:normAutofit/>
          </a:bodyPr>
          <a:lstStyle/>
          <a:p>
            <a:pPr indent="0" lvl="0" marL="0" rtl="0" algn="ctr">
              <a:spcBef>
                <a:spcPts val="0"/>
              </a:spcBef>
              <a:spcAft>
                <a:spcPts val="0"/>
              </a:spcAft>
              <a:buNone/>
            </a:pPr>
            <a:r>
              <a:rPr b="1" lang="fr-FR">
                <a:solidFill>
                  <a:schemeClr val="accent1"/>
                </a:solidFill>
              </a:rPr>
              <a:t>Dans ces pays,</a:t>
            </a:r>
            <a:r>
              <a:rPr lang="fr-FR"/>
              <a:t> la disponibilité de calories par habitant et par jour est </a:t>
            </a:r>
            <a:r>
              <a:rPr b="1" lang="fr-FR">
                <a:solidFill>
                  <a:srgbClr val="FFFF00"/>
                </a:solidFill>
              </a:rPr>
              <a:t>bien supérieure aux recommandations moyennes</a:t>
            </a:r>
            <a:r>
              <a:rPr lang="fr-FR"/>
              <a:t> pour le maintien d'un régime alimentaire normal, ce qui indique des niveaux élevés de disponibilité des ressources alimentaires</a:t>
            </a:r>
            <a:endParaRPr/>
          </a:p>
          <a:p>
            <a:pPr indent="0" lvl="0" marL="0" rtl="0" algn="ctr">
              <a:spcBef>
                <a:spcPts val="0"/>
              </a:spcBef>
              <a:spcAft>
                <a:spcPts val="0"/>
              </a:spcAft>
              <a:buNone/>
            </a:pPr>
            <a:r>
              <a:t/>
            </a:r>
            <a:endParaRPr/>
          </a:p>
          <a:p>
            <a:pPr indent="0" lvl="0" marL="0" rtl="0" algn="ctr">
              <a:spcBef>
                <a:spcPts val="0"/>
              </a:spcBef>
              <a:spcAft>
                <a:spcPts val="0"/>
              </a:spcAft>
              <a:buNone/>
            </a:pPr>
            <a:r>
              <a:rPr lang="fr-FR"/>
              <a:t>Avec une disponibilité de</a:t>
            </a:r>
            <a:r>
              <a:rPr b="1" lang="fr-FR">
                <a:solidFill>
                  <a:srgbClr val="FFFF00"/>
                </a:solidFill>
              </a:rPr>
              <a:t> 3 518 calories par personne</a:t>
            </a:r>
            <a:r>
              <a:rPr lang="fr-FR"/>
              <a:t>, </a:t>
            </a:r>
            <a:r>
              <a:rPr b="1" lang="fr-FR">
                <a:solidFill>
                  <a:schemeClr val="accent1"/>
                </a:solidFill>
              </a:rPr>
              <a:t>l'Égypte ferme la liste</a:t>
            </a:r>
            <a:r>
              <a:rPr lang="fr-FR"/>
              <a:t>, ce qui indique des ressources plus limitées que dans les pays occidentaux, mais ce chiffre reste supérieur aux valeurs recommandées pour maintenir des niveaux nutritionnels normaux</a:t>
            </a:r>
            <a:endParaRPr/>
          </a:p>
        </p:txBody>
      </p:sp>
      <p:pic>
        <p:nvPicPr>
          <p:cNvPr id="199" name="Google Shape;199;p11"/>
          <p:cNvPicPr preferRelativeResize="0"/>
          <p:nvPr/>
        </p:nvPicPr>
        <p:blipFill>
          <a:blip r:embed="rId3">
            <a:alphaModFix/>
          </a:blip>
          <a:stretch>
            <a:fillRect/>
          </a:stretch>
        </p:blipFill>
        <p:spPr>
          <a:xfrm>
            <a:off x="5824200" y="1912527"/>
            <a:ext cx="6367800" cy="48841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2"/>
          <p:cNvSpPr txBox="1"/>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FEFEFE"/>
              </a:buClr>
              <a:buSzPts val="3200"/>
              <a:buFont typeface="Century Gothic"/>
              <a:buNone/>
            </a:pPr>
            <a:r>
              <a:rPr lang="fr-FR" sz="3200"/>
              <a:t>9) Liste des 10 pays qui ont </a:t>
            </a:r>
            <a:r>
              <a:rPr lang="fr-FR" sz="3200">
                <a:solidFill>
                  <a:srgbClr val="FFFF00"/>
                </a:solidFill>
              </a:rPr>
              <a:t>la plus faible</a:t>
            </a:r>
            <a:r>
              <a:rPr lang="fr-FR" sz="3200"/>
              <a:t> disponibilité alimentaire par habitant</a:t>
            </a:r>
            <a:endParaRPr/>
          </a:p>
        </p:txBody>
      </p:sp>
      <p:sp>
        <p:nvSpPr>
          <p:cNvPr id="205" name="Google Shape;205;p12"/>
          <p:cNvSpPr txBox="1"/>
          <p:nvPr>
            <p:ph idx="1" type="body"/>
          </p:nvPr>
        </p:nvSpPr>
        <p:spPr>
          <a:xfrm>
            <a:off x="0" y="2222275"/>
            <a:ext cx="5200800" cy="4635600"/>
          </a:xfrm>
          <a:prstGeom prst="rect">
            <a:avLst/>
          </a:prstGeom>
          <a:noFill/>
          <a:ln>
            <a:noFill/>
          </a:ln>
          <a:effectLst>
            <a:outerShdw blurRad="50800">
              <a:srgbClr val="000000">
                <a:alpha val="4000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b="1" lang="fr-FR">
                <a:solidFill>
                  <a:srgbClr val="FFFF00"/>
                </a:solidFill>
              </a:rPr>
              <a:t>Situation critique</a:t>
            </a:r>
            <a:r>
              <a:rPr b="1" lang="fr-FR">
                <a:solidFill>
                  <a:schemeClr val="accent1"/>
                </a:solidFill>
              </a:rPr>
              <a:t> en République centrafricaine et Zambie:</a:t>
            </a:r>
            <a:r>
              <a:rPr lang="fr-FR"/>
              <a:t> ces pays sont la disponibilité calorique la plus faible, avec seulement </a:t>
            </a:r>
            <a:r>
              <a:rPr b="1" lang="fr-FR">
                <a:solidFill>
                  <a:srgbClr val="FFFF00"/>
                </a:solidFill>
              </a:rPr>
              <a:t>1 879 et 1924 calories par personne et par jour,</a:t>
            </a:r>
            <a:r>
              <a:rPr lang="fr-FR"/>
              <a:t> bien en dessous des     2 000 - 2 500 calories recommandées pour maintenir un niveau de nutrition sain</a:t>
            </a:r>
            <a:endParaRPr/>
          </a:p>
          <a:p>
            <a:pPr indent="0" lvl="0" marL="0" rtl="0" algn="ctr">
              <a:lnSpc>
                <a:spcPct val="100000"/>
              </a:lnSpc>
              <a:spcBef>
                <a:spcPts val="0"/>
              </a:spcBef>
              <a:spcAft>
                <a:spcPts val="0"/>
              </a:spcAft>
              <a:buSzPts val="1800"/>
              <a:buNone/>
            </a:pPr>
            <a:r>
              <a:t/>
            </a:r>
            <a:endParaRPr/>
          </a:p>
        </p:txBody>
      </p:sp>
      <p:pic>
        <p:nvPicPr>
          <p:cNvPr id="206" name="Google Shape;206;p12"/>
          <p:cNvPicPr preferRelativeResize="0"/>
          <p:nvPr/>
        </p:nvPicPr>
        <p:blipFill>
          <a:blip r:embed="rId3">
            <a:alphaModFix/>
          </a:blip>
          <a:stretch>
            <a:fillRect/>
          </a:stretch>
        </p:blipFill>
        <p:spPr>
          <a:xfrm>
            <a:off x="5200877" y="1892652"/>
            <a:ext cx="6991125" cy="49653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3"/>
          <p:cNvSpPr txBox="1"/>
          <p:nvPr>
            <p:ph type="title"/>
          </p:nvPr>
        </p:nvSpPr>
        <p:spPr>
          <a:xfrm>
            <a:off x="810000" y="447188"/>
            <a:ext cx="10572000" cy="970500"/>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FEFEFE"/>
              </a:buClr>
              <a:buSzPts val="3200"/>
              <a:buFont typeface="Century Gothic"/>
              <a:buNone/>
            </a:pPr>
            <a:r>
              <a:rPr lang="fr-FR" sz="3200"/>
              <a:t>10) Étude sur le manioc en Thaïlande</a:t>
            </a:r>
            <a:endParaRPr/>
          </a:p>
        </p:txBody>
      </p:sp>
      <p:sp>
        <p:nvSpPr>
          <p:cNvPr id="212" name="Google Shape;212;p13"/>
          <p:cNvSpPr txBox="1"/>
          <p:nvPr>
            <p:ph idx="1" type="body"/>
          </p:nvPr>
        </p:nvSpPr>
        <p:spPr>
          <a:xfrm>
            <a:off x="0" y="1901775"/>
            <a:ext cx="6895500" cy="4956600"/>
          </a:xfrm>
          <a:prstGeom prst="rect">
            <a:avLst/>
          </a:prstGeom>
          <a:noFill/>
          <a:ln>
            <a:noFill/>
          </a:ln>
          <a:effectLst>
            <a:outerShdw blurRad="50800">
              <a:srgbClr val="000000">
                <a:alpha val="40000"/>
              </a:srgbClr>
            </a:outerShdw>
          </a:effectLst>
        </p:spPr>
        <p:txBody>
          <a:bodyPr anchorCtr="0" anchor="ctr" bIns="45700" lIns="91425" spcFirstLastPara="1" rIns="91425" wrap="square" tIns="45700">
            <a:normAutofit/>
          </a:bodyPr>
          <a:lstStyle/>
          <a:p>
            <a:pPr indent="0" lvl="0" marL="0" rtl="0" algn="ctr">
              <a:spcBef>
                <a:spcPts val="0"/>
              </a:spcBef>
              <a:spcAft>
                <a:spcPts val="0"/>
              </a:spcAft>
              <a:buSzPts val="1100"/>
              <a:buNone/>
            </a:pPr>
            <a:r>
              <a:rPr lang="fr-FR" sz="2100"/>
              <a:t> </a:t>
            </a:r>
            <a:r>
              <a:rPr lang="fr-FR"/>
              <a:t>La </a:t>
            </a:r>
            <a:r>
              <a:rPr b="1" lang="fr-FR">
                <a:solidFill>
                  <a:schemeClr val="accent1"/>
                </a:solidFill>
              </a:rPr>
              <a:t>moyenne de la population</a:t>
            </a:r>
            <a:r>
              <a:rPr lang="fr-FR"/>
              <a:t> </a:t>
            </a:r>
            <a:r>
              <a:rPr b="1" lang="fr-FR">
                <a:solidFill>
                  <a:schemeClr val="accent1"/>
                </a:solidFill>
              </a:rPr>
              <a:t>sous-nourrie</a:t>
            </a:r>
            <a:r>
              <a:rPr lang="fr-FR"/>
              <a:t> </a:t>
            </a:r>
            <a:r>
              <a:rPr lang="fr-FR"/>
              <a:t>de Thaïlande au cours de la période examinée est de </a:t>
            </a:r>
            <a:r>
              <a:rPr b="1" lang="fr-FR">
                <a:solidFill>
                  <a:srgbClr val="FFFF00"/>
                </a:solidFill>
              </a:rPr>
              <a:t>6 133 333 personnes</a:t>
            </a:r>
            <a:r>
              <a:rPr lang="fr-FR"/>
              <a:t>. Dans le même temps, la </a:t>
            </a:r>
            <a:r>
              <a:rPr b="1" lang="fr-FR">
                <a:solidFill>
                  <a:schemeClr val="accent1"/>
                </a:solidFill>
              </a:rPr>
              <a:t>population moyenne</a:t>
            </a:r>
            <a:r>
              <a:rPr lang="fr-FR"/>
              <a:t> du pays pendant cette période est de </a:t>
            </a:r>
            <a:r>
              <a:rPr b="1" lang="fr-FR">
                <a:solidFill>
                  <a:srgbClr val="FFFF00"/>
                </a:solidFill>
              </a:rPr>
              <a:t>68 817 891 personne</a:t>
            </a:r>
            <a:r>
              <a:rPr lang="fr-FR"/>
              <a:t>. Ainsi, </a:t>
            </a:r>
            <a:r>
              <a:rPr b="1" lang="fr-FR">
                <a:solidFill>
                  <a:srgbClr val="FFFF00"/>
                </a:solidFill>
              </a:rPr>
              <a:t>8.91%</a:t>
            </a:r>
            <a:r>
              <a:rPr lang="fr-FR"/>
              <a:t> de la population du pays </a:t>
            </a:r>
            <a:r>
              <a:rPr b="1" lang="fr-FR">
                <a:solidFill>
                  <a:schemeClr val="accent1"/>
                </a:solidFill>
              </a:rPr>
              <a:t>souffre de sous-nutrition</a:t>
            </a:r>
            <a:r>
              <a:rPr lang="fr-FR"/>
              <a:t> </a:t>
            </a:r>
            <a:endParaRPr/>
          </a:p>
          <a:p>
            <a:pPr indent="0" lvl="0" marL="0" rtl="0" algn="ctr">
              <a:spcBef>
                <a:spcPts val="0"/>
              </a:spcBef>
              <a:spcAft>
                <a:spcPts val="0"/>
              </a:spcAft>
              <a:buSzPts val="1100"/>
              <a:buNone/>
            </a:pPr>
            <a:r>
              <a:t/>
            </a:r>
            <a:endParaRPr sz="1900"/>
          </a:p>
          <a:p>
            <a:pPr indent="0" lvl="0" marL="0" rtl="0" algn="ctr">
              <a:spcBef>
                <a:spcPts val="0"/>
              </a:spcBef>
              <a:spcAft>
                <a:spcPts val="0"/>
              </a:spcAft>
              <a:buSzPts val="1100"/>
              <a:buNone/>
            </a:pPr>
            <a:r>
              <a:rPr b="1" lang="fr-FR">
                <a:solidFill>
                  <a:schemeClr val="accent1"/>
                </a:solidFill>
              </a:rPr>
              <a:t>La quantité de manioc</a:t>
            </a:r>
            <a:r>
              <a:rPr lang="fr-FR"/>
              <a:t> calculée pour la période n'est que de </a:t>
            </a:r>
            <a:r>
              <a:rPr b="1" lang="fr-FR">
                <a:solidFill>
                  <a:srgbClr val="FFFF00"/>
                </a:solidFill>
              </a:rPr>
              <a:t>73 kg</a:t>
            </a:r>
            <a:r>
              <a:rPr lang="fr-FR"/>
              <a:t> </a:t>
            </a:r>
            <a:r>
              <a:rPr b="1" lang="fr-FR">
                <a:solidFill>
                  <a:srgbClr val="FFFF00"/>
                </a:solidFill>
              </a:rPr>
              <a:t>par habitant</a:t>
            </a:r>
            <a:r>
              <a:rPr lang="fr-FR"/>
              <a:t> </a:t>
            </a:r>
            <a:r>
              <a:rPr b="1" lang="fr-FR">
                <a:solidFill>
                  <a:srgbClr val="FFFF00"/>
                </a:solidFill>
              </a:rPr>
              <a:t>par an.</a:t>
            </a:r>
            <a:r>
              <a:rPr lang="fr-FR"/>
              <a:t> Autrement dit, chaque Thaïlandais ne dispose que de </a:t>
            </a:r>
            <a:r>
              <a:rPr b="1" lang="fr-FR">
                <a:solidFill>
                  <a:srgbClr val="FFFF00"/>
                </a:solidFill>
              </a:rPr>
              <a:t>200 grammes par jour</a:t>
            </a:r>
            <a:endParaRPr b="1">
              <a:solidFill>
                <a:srgbClr val="FFFF00"/>
              </a:solidFill>
            </a:endParaRPr>
          </a:p>
          <a:p>
            <a:pPr indent="0" lvl="0" marL="0" rtl="0" algn="ctr">
              <a:lnSpc>
                <a:spcPct val="100000"/>
              </a:lnSpc>
              <a:spcBef>
                <a:spcPts val="0"/>
              </a:spcBef>
              <a:spcAft>
                <a:spcPts val="0"/>
              </a:spcAft>
              <a:buSzPts val="1800"/>
              <a:buNone/>
            </a:pPr>
            <a:r>
              <a:t/>
            </a:r>
            <a:endParaRPr/>
          </a:p>
          <a:p>
            <a:pPr indent="0" lvl="0" marL="0" rtl="0" algn="ctr">
              <a:lnSpc>
                <a:spcPct val="100000"/>
              </a:lnSpc>
              <a:spcBef>
                <a:spcPts val="0"/>
              </a:spcBef>
              <a:spcAft>
                <a:spcPts val="0"/>
              </a:spcAft>
              <a:buSzPts val="1800"/>
              <a:buNone/>
            </a:pPr>
            <a:r>
              <a:t/>
            </a:r>
            <a:endParaRPr/>
          </a:p>
          <a:p>
            <a:pPr indent="0" lvl="0" marL="0" rtl="0" algn="ctr">
              <a:lnSpc>
                <a:spcPct val="100000"/>
              </a:lnSpc>
              <a:spcBef>
                <a:spcPts val="0"/>
              </a:spcBef>
              <a:spcAft>
                <a:spcPts val="0"/>
              </a:spcAft>
              <a:buSzPts val="1800"/>
              <a:buNone/>
            </a:pPr>
            <a:r>
              <a:rPr lang="fr-FR" sz="2300"/>
              <a:t>Quel est le raisonnement ?</a:t>
            </a:r>
            <a:endParaRPr sz="2300"/>
          </a:p>
        </p:txBody>
      </p:sp>
      <p:pic>
        <p:nvPicPr>
          <p:cNvPr id="213" name="Google Shape;213;p13"/>
          <p:cNvPicPr preferRelativeResize="0"/>
          <p:nvPr/>
        </p:nvPicPr>
        <p:blipFill>
          <a:blip r:embed="rId3">
            <a:alphaModFix/>
          </a:blip>
          <a:stretch>
            <a:fillRect/>
          </a:stretch>
        </p:blipFill>
        <p:spPr>
          <a:xfrm>
            <a:off x="6895534" y="1901775"/>
            <a:ext cx="5296466" cy="49564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4"/>
          <p:cNvSpPr txBox="1"/>
          <p:nvPr>
            <p:ph type="title"/>
          </p:nvPr>
        </p:nvSpPr>
        <p:spPr>
          <a:xfrm>
            <a:off x="270325" y="214750"/>
            <a:ext cx="11526300" cy="1273500"/>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FEFEFE"/>
              </a:buClr>
              <a:buSzPts val="4000"/>
              <a:buFont typeface="Century Gothic"/>
              <a:buNone/>
            </a:pPr>
            <a:r>
              <a:rPr lang="fr-FR" sz="3200"/>
              <a:t>11) </a:t>
            </a:r>
            <a:r>
              <a:rPr lang="fr-FR" sz="3200">
                <a:solidFill>
                  <a:srgbClr val="FFFF00"/>
                </a:solidFill>
              </a:rPr>
              <a:t>Analyse complémentaire :</a:t>
            </a:r>
            <a:r>
              <a:rPr lang="fr-FR" sz="3200"/>
              <a:t> les 10 premiers pays en termes de disponibilité des protéines dans l'alimentation</a:t>
            </a:r>
            <a:endParaRPr sz="3200"/>
          </a:p>
        </p:txBody>
      </p:sp>
      <p:sp>
        <p:nvSpPr>
          <p:cNvPr id="219" name="Google Shape;219;p14"/>
          <p:cNvSpPr txBox="1"/>
          <p:nvPr>
            <p:ph idx="1" type="body"/>
          </p:nvPr>
        </p:nvSpPr>
        <p:spPr>
          <a:xfrm>
            <a:off x="0" y="2222275"/>
            <a:ext cx="5023500" cy="4635600"/>
          </a:xfrm>
          <a:prstGeom prst="rect">
            <a:avLst/>
          </a:prstGeom>
          <a:noFill/>
          <a:ln>
            <a:noFill/>
          </a:ln>
          <a:effectLst>
            <a:outerShdw blurRad="50800">
              <a:srgbClr val="000000">
                <a:alpha val="4000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b="1" lang="fr-FR" sz="1600">
                <a:solidFill>
                  <a:schemeClr val="accent1"/>
                </a:solidFill>
              </a:rPr>
              <a:t>Les Maldives</a:t>
            </a:r>
            <a:r>
              <a:rPr lang="fr-FR" sz="1600"/>
              <a:t> sont les </a:t>
            </a:r>
            <a:r>
              <a:rPr b="1" lang="fr-FR" sz="1600">
                <a:solidFill>
                  <a:srgbClr val="FFFF00"/>
                </a:solidFill>
              </a:rPr>
              <a:t>premières au monde</a:t>
            </a:r>
            <a:r>
              <a:rPr lang="fr-FR" sz="1600"/>
              <a:t> pour la disponibilité des protéines: cela peut être attribué au fait que la pêche joue un rôle clé dans l'économie du pays, fournissant un régime alimentaire riche en produits de la mer</a:t>
            </a:r>
            <a:endParaRPr sz="1600"/>
          </a:p>
          <a:p>
            <a:pPr indent="0" lvl="0" marL="0" rtl="0" algn="ctr">
              <a:lnSpc>
                <a:spcPct val="100000"/>
              </a:lnSpc>
              <a:spcBef>
                <a:spcPts val="0"/>
              </a:spcBef>
              <a:spcAft>
                <a:spcPts val="0"/>
              </a:spcAft>
              <a:buSzPts val="1800"/>
              <a:buNone/>
            </a:pPr>
            <a:r>
              <a:t/>
            </a:r>
            <a:endParaRPr sz="1600"/>
          </a:p>
          <a:p>
            <a:pPr indent="0" lvl="0" marL="0" rtl="0" algn="ctr">
              <a:lnSpc>
                <a:spcPct val="100000"/>
              </a:lnSpc>
              <a:spcBef>
                <a:spcPts val="0"/>
              </a:spcBef>
              <a:spcAft>
                <a:spcPts val="0"/>
              </a:spcAft>
              <a:buSzPts val="1800"/>
              <a:buNone/>
            </a:pPr>
            <a:r>
              <a:t/>
            </a:r>
            <a:endParaRPr sz="1600"/>
          </a:p>
          <a:p>
            <a:pPr indent="0" lvl="0" marL="0" rtl="0" algn="ctr">
              <a:lnSpc>
                <a:spcPct val="100000"/>
              </a:lnSpc>
              <a:spcBef>
                <a:spcPts val="0"/>
              </a:spcBef>
              <a:spcAft>
                <a:spcPts val="0"/>
              </a:spcAft>
              <a:buSzPts val="1800"/>
              <a:buNone/>
            </a:pPr>
            <a:r>
              <a:rPr lang="fr-FR" sz="1600"/>
              <a:t>Dans les</a:t>
            </a:r>
            <a:r>
              <a:rPr b="1" lang="fr-FR" sz="1600">
                <a:solidFill>
                  <a:schemeClr val="accent1"/>
                </a:solidFill>
              </a:rPr>
              <a:t> autres pays leaders</a:t>
            </a:r>
            <a:r>
              <a:rPr lang="fr-FR" sz="1600"/>
              <a:t>, la disponibilité en protéines varie entre </a:t>
            </a:r>
            <a:r>
              <a:rPr b="1" lang="fr-FR" sz="1600">
                <a:solidFill>
                  <a:srgbClr val="FFFF00"/>
                </a:solidFill>
              </a:rPr>
              <a:t>43 et 49 g par personne</a:t>
            </a:r>
            <a:r>
              <a:rPr lang="fr-FR" sz="1600"/>
              <a:t> et par jour, ce qui indique le rôle important de l'élevage et du secteur agricole dans la nutrition de ces pays</a:t>
            </a:r>
            <a:endParaRPr sz="1600"/>
          </a:p>
          <a:p>
            <a:pPr indent="0" lvl="0" marL="0" rtl="0" algn="ctr">
              <a:lnSpc>
                <a:spcPct val="100000"/>
              </a:lnSpc>
              <a:spcBef>
                <a:spcPts val="0"/>
              </a:spcBef>
              <a:spcAft>
                <a:spcPts val="0"/>
              </a:spcAft>
              <a:buSzPts val="1800"/>
              <a:buNone/>
            </a:pPr>
            <a:r>
              <a:t/>
            </a:r>
            <a:endParaRPr sz="1600"/>
          </a:p>
        </p:txBody>
      </p:sp>
      <p:pic>
        <p:nvPicPr>
          <p:cNvPr id="220" name="Google Shape;220;p14"/>
          <p:cNvPicPr preferRelativeResize="0"/>
          <p:nvPr/>
        </p:nvPicPr>
        <p:blipFill>
          <a:blip r:embed="rId3">
            <a:alphaModFix/>
          </a:blip>
          <a:stretch>
            <a:fillRect/>
          </a:stretch>
        </p:blipFill>
        <p:spPr>
          <a:xfrm>
            <a:off x="5023523" y="1880425"/>
            <a:ext cx="7168476" cy="49775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5"/>
          <p:cNvSpPr txBox="1"/>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FEFEFE"/>
              </a:buClr>
              <a:buSzPts val="4000"/>
              <a:buFont typeface="Century Gothic"/>
              <a:buNone/>
            </a:pPr>
            <a:r>
              <a:rPr lang="fr-FR"/>
              <a:t>Conclusion</a:t>
            </a:r>
            <a:endParaRPr/>
          </a:p>
        </p:txBody>
      </p:sp>
      <p:sp>
        <p:nvSpPr>
          <p:cNvPr id="226" name="Google Shape;226;p15"/>
          <p:cNvSpPr txBox="1"/>
          <p:nvPr>
            <p:ph idx="1" type="body"/>
          </p:nvPr>
        </p:nvSpPr>
        <p:spPr>
          <a:xfrm>
            <a:off x="270325" y="2222275"/>
            <a:ext cx="11783100" cy="4306800"/>
          </a:xfrm>
          <a:prstGeom prst="rect">
            <a:avLst/>
          </a:prstGeom>
          <a:noFill/>
          <a:ln>
            <a:noFill/>
          </a:ln>
          <a:effectLst>
            <a:outerShdw blurRad="50800">
              <a:srgbClr val="000000">
                <a:alpha val="40000"/>
              </a:srgbClr>
            </a:outerShdw>
          </a:effectLst>
        </p:spPr>
        <p:txBody>
          <a:bodyPr anchorCtr="0" anchor="ctr" bIns="45700" lIns="91425" spcFirstLastPara="1" rIns="91425" wrap="square" tIns="45700">
            <a:normAutofit/>
          </a:bodyPr>
          <a:lstStyle/>
          <a:p>
            <a:pPr indent="-228600" lvl="0" marL="342900" rtl="0" algn="l">
              <a:spcBef>
                <a:spcPts val="0"/>
              </a:spcBef>
              <a:spcAft>
                <a:spcPts val="0"/>
              </a:spcAft>
              <a:buClr>
                <a:schemeClr val="dk1"/>
              </a:buClr>
              <a:buSzPts val="1100"/>
              <a:buFont typeface="Arial"/>
              <a:buNone/>
            </a:pPr>
            <a:r>
              <a:rPr b="1" lang="fr-FR" sz="2000">
                <a:solidFill>
                  <a:schemeClr val="accent1"/>
                </a:solidFill>
              </a:rPr>
              <a:t>👉 Investir</a:t>
            </a:r>
            <a:r>
              <a:rPr lang="fr-FR" sz="2000"/>
              <a:t> dans des programmes de réduction des pertes alimentaires</a:t>
            </a:r>
            <a:endParaRPr sz="2000"/>
          </a:p>
          <a:p>
            <a:pPr indent="-228600" lvl="0" marL="342900" rtl="0" algn="l">
              <a:spcBef>
                <a:spcPts val="0"/>
              </a:spcBef>
              <a:spcAft>
                <a:spcPts val="0"/>
              </a:spcAft>
              <a:buClr>
                <a:schemeClr val="dk1"/>
              </a:buClr>
              <a:buSzPts val="1100"/>
              <a:buFont typeface="Arial"/>
              <a:buNone/>
            </a:pPr>
            <a:r>
              <a:t/>
            </a:r>
            <a:endParaRPr sz="2000"/>
          </a:p>
          <a:p>
            <a:pPr indent="-228600" lvl="0" marL="342900" rtl="0" algn="l">
              <a:spcBef>
                <a:spcPts val="0"/>
              </a:spcBef>
              <a:spcAft>
                <a:spcPts val="0"/>
              </a:spcAft>
              <a:buClr>
                <a:schemeClr val="dk1"/>
              </a:buClr>
              <a:buSzPts val="1100"/>
              <a:buFont typeface="Arial"/>
              <a:buNone/>
            </a:pPr>
            <a:r>
              <a:rPr b="1" lang="fr-FR" sz="2000">
                <a:solidFill>
                  <a:schemeClr val="accent1"/>
                </a:solidFill>
              </a:rPr>
              <a:t>👉 Renforcer</a:t>
            </a:r>
            <a:r>
              <a:rPr lang="fr-FR" sz="2000"/>
              <a:t> les infrastructures agricoles dans les pays en développement</a:t>
            </a:r>
            <a:endParaRPr sz="2000"/>
          </a:p>
          <a:p>
            <a:pPr indent="-228600" lvl="0" marL="342900" rtl="0" algn="l">
              <a:spcBef>
                <a:spcPts val="0"/>
              </a:spcBef>
              <a:spcAft>
                <a:spcPts val="0"/>
              </a:spcAft>
              <a:buClr>
                <a:schemeClr val="dk1"/>
              </a:buClr>
              <a:buSzPts val="1100"/>
              <a:buFont typeface="Arial"/>
              <a:buNone/>
            </a:pPr>
            <a:r>
              <a:t/>
            </a:r>
            <a:endParaRPr sz="2000"/>
          </a:p>
          <a:p>
            <a:pPr indent="-228600" lvl="0" marL="342900" rtl="0" algn="l">
              <a:spcBef>
                <a:spcPts val="0"/>
              </a:spcBef>
              <a:spcAft>
                <a:spcPts val="0"/>
              </a:spcAft>
              <a:buClr>
                <a:schemeClr val="dk1"/>
              </a:buClr>
              <a:buSzPts val="1100"/>
              <a:buFont typeface="Arial"/>
              <a:buNone/>
            </a:pPr>
            <a:r>
              <a:rPr b="1" lang="fr-FR" sz="2000">
                <a:solidFill>
                  <a:schemeClr val="accent1"/>
                </a:solidFill>
              </a:rPr>
              <a:t>👉 Mieux cibler</a:t>
            </a:r>
            <a:r>
              <a:rPr lang="fr-FR" sz="2000"/>
              <a:t> l'aide alimentaire internationale</a:t>
            </a:r>
            <a:endParaRPr sz="2000"/>
          </a:p>
          <a:p>
            <a:pPr indent="-228600" lvl="0" marL="342900" rtl="0" algn="l">
              <a:spcBef>
                <a:spcPts val="0"/>
              </a:spcBef>
              <a:spcAft>
                <a:spcPts val="0"/>
              </a:spcAft>
              <a:buClr>
                <a:schemeClr val="dk1"/>
              </a:buClr>
              <a:buSzPts val="1100"/>
              <a:buFont typeface="Arial"/>
              <a:buNone/>
            </a:pPr>
            <a:r>
              <a:t/>
            </a:r>
            <a:endParaRPr sz="2000"/>
          </a:p>
          <a:p>
            <a:pPr indent="-228600" lvl="0" marL="342900" rtl="0" algn="l">
              <a:spcBef>
                <a:spcPts val="0"/>
              </a:spcBef>
              <a:spcAft>
                <a:spcPts val="0"/>
              </a:spcAft>
              <a:buClr>
                <a:schemeClr val="dk1"/>
              </a:buClr>
              <a:buSzPts val="1100"/>
              <a:buFont typeface="Arial"/>
              <a:buNone/>
            </a:pPr>
            <a:r>
              <a:rPr b="1" lang="fr-FR" sz="2000">
                <a:solidFill>
                  <a:schemeClr val="accent1"/>
                </a:solidFill>
              </a:rPr>
              <a:t>👉 Encourager</a:t>
            </a:r>
            <a:r>
              <a:rPr lang="fr-FR" sz="2000"/>
              <a:t> la diversification des régimes alimentaires locaux</a:t>
            </a:r>
            <a:endParaRPr sz="2000"/>
          </a:p>
          <a:p>
            <a:pPr indent="-228600" lvl="0" marL="342900" rtl="0" algn="l">
              <a:spcBef>
                <a:spcPts val="0"/>
              </a:spcBef>
              <a:spcAft>
                <a:spcPts val="0"/>
              </a:spcAft>
              <a:buClr>
                <a:schemeClr val="dk1"/>
              </a:buClr>
              <a:buSzPts val="1100"/>
              <a:buFont typeface="Arial"/>
              <a:buNone/>
            </a:pPr>
            <a:r>
              <a:t/>
            </a:r>
            <a:endParaRPr sz="2000"/>
          </a:p>
          <a:p>
            <a:pPr indent="-228600" lvl="0" marL="342900" rtl="0" algn="l">
              <a:spcBef>
                <a:spcPts val="0"/>
              </a:spcBef>
              <a:spcAft>
                <a:spcPts val="0"/>
              </a:spcAft>
              <a:buClr>
                <a:schemeClr val="dk1"/>
              </a:buClr>
              <a:buSzPts val="1100"/>
              <a:buFont typeface="Arial"/>
              <a:buNone/>
            </a:pPr>
            <a:r>
              <a:rPr b="1" lang="fr-FR" sz="2000">
                <a:solidFill>
                  <a:schemeClr val="accent1"/>
                </a:solidFill>
              </a:rPr>
              <a:t>👉 Promouvoir</a:t>
            </a:r>
            <a:r>
              <a:rPr lang="fr-FR" sz="2000"/>
              <a:t> des politiques nationales qui équilibrent exportation et sécurité alimentaire</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name="Entre guillemets">
  <a:themeElements>
    <a:clrScheme name="Quotable">
      <a:dk1>
        <a:srgbClr val="000000"/>
      </a:dk1>
      <a:lt1>
        <a:srgbClr val="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2023-03-17T20:58:30Z</dcterms:created>
  <dc:creator>JeY jEy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